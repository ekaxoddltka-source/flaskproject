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294" r:id="rId4"/>
    <p:sldId id="333" r:id="rId5"/>
    <p:sldId id="295" r:id="rId6"/>
    <p:sldId id="334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4" r:id="rId15"/>
    <p:sldId id="346" r:id="rId16"/>
    <p:sldId id="345" r:id="rId17"/>
    <p:sldId id="347" r:id="rId18"/>
    <p:sldId id="348" r:id="rId19"/>
    <p:sldId id="349" r:id="rId20"/>
    <p:sldId id="335" r:id="rId21"/>
    <p:sldId id="303" r:id="rId2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 userDrawn="1">
          <p15:clr>
            <a:srgbClr val="A4A3A4"/>
          </p15:clr>
        </p15:guide>
        <p15:guide id="2" pos="325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pos="3840" userDrawn="1">
          <p15:clr>
            <a:srgbClr val="A4A3A4"/>
          </p15:clr>
        </p15:guide>
        <p15:guide id="5" orient="horz" pos="40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>
        <p:scale>
          <a:sx n="150" d="100"/>
          <a:sy n="150" d="100"/>
        </p:scale>
        <p:origin x="702" y="108"/>
      </p:cViewPr>
      <p:guideLst>
        <p:guide orient="horz" pos="1570"/>
        <p:guide pos="325"/>
        <p:guide pos="7401"/>
        <p:guide pos="3840"/>
        <p:guide orient="horz" pos="4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44013C-7378-DC31-F4ED-B46CA8F56A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76F071-3481-0CC2-1BB9-C4D9A74B03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B610C4-EDCA-811A-CF06-40D184F4C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DF065-82AC-E640-093E-9FEA2942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E5C52C-1AEA-EBB1-9B82-84E44E1FB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0776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EDB432-EAD5-0CA6-D965-3752DE0A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5EC77-7408-6520-DCAF-3C9B1B7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DAE9B-E46C-F5BE-645F-D6291220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687A4E-3016-B306-CD2F-AFDD977E9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B4D866-21EF-2E55-3B47-B360DCA52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2320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0473F-A5C5-5C8C-4FD2-D1DBD8BCA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EF7B6A-6A80-1816-89F7-DCEEC7216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56DF7-BB7A-5D84-C7A2-EA89039F2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37239-72B5-86D6-735B-8518AFB64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421596-53F4-89AF-FAB9-074AB8F95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30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A0FD40-CBE2-BC63-8E2D-B448DBB03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E86938-4402-AE48-3657-90C063A48E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CC3CA31-F616-786B-7DA2-660650A17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906531-4539-559E-95E1-731FCC357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6AF8E-3176-55EB-B7B1-C7C34182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228E95-121C-6FB7-E60F-817D9088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96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A25C6-60CB-64C6-7657-0DC50FA6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E0342A-6E03-4A86-7563-24A881B6B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A5125C8-EF47-0BBD-133E-858DE0B30C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31DF1A-A24A-9645-0BD2-FE2B277929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0A206-5CE6-11EE-BDA7-390D85C8D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3A2E132-BFCA-FAF5-53F0-A1D388FA7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9464187-404B-176C-CDC6-2836B4DD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D2E746-A421-B21D-E16E-06D48764C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402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48684-EA1E-6FC0-148A-F24EE687E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9319F2-5E8B-FB8E-1859-85138954C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01846-9DA8-CC3F-B17F-9D8073F51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8BCA64-4FC8-4CF4-55BB-CF4FBB37F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608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497D02B-85D1-121E-41B2-25E146AAC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C24959-43CE-0F3B-D945-976A7540B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E18F8-7AE0-0A54-625B-105AC7CD3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D68DC-72E3-4FF1-D019-E81F3007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C3084-BFA0-C0D0-5B0B-79D12AC66B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0468EC-D5A6-7D0F-138F-2490D46C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930B80-8225-BAAF-3C4A-A30DA789F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FE4298-D6F6-5261-B063-6B445A63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31DBFA-CEE3-843C-9743-B9DB0D616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1421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007E0-7B9A-3FEE-94D8-8EB9D29A1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3CBC970-BA98-05D5-4501-CC3D119A59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BF5971-8BB5-D74E-D6A1-055291CB4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9E5CA-476A-B8E2-8D9F-D1705BE8C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9DDE8B-9AAF-CEEA-D986-698DF5068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BA2EBFF-5594-6173-C36D-B41307CCD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16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24B62-1CCE-2109-890A-B8A14002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1D3EBD-0EDF-09DA-C673-5761B13D4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A7A4A84-E915-4790-C063-9137D31C2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44CC9E-ECCD-1907-FBDB-4E99CB560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45CFEB-E7E9-1965-A08E-C58CEB0A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4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F9625E-D84F-A608-2BF0-57CE6EC9F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E5686C-6158-23F3-8F8E-E4C40CA08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42BFE3-F9DD-C38D-29D5-82E06B6AD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B9B458-CCEE-F954-78F1-B71BB1528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3ACFE7-3E2F-8807-4905-2E7642B0B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14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55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C5A77C7-A655-F1A4-880A-C617304AC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8D0EEBC-2EED-2FC9-65F6-082EEBC4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FCCA73-267C-FD7A-C97B-001EC7FC7C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B245E4-741B-46A9-94D1-0E241DD65ACD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61153F-6875-29FF-F12F-3F96ADD65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AB6F47-B663-25BC-D896-1BCD76A3E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74A7EC-4654-49B0-A68C-FDC7FC22EF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8378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18" Type="http://schemas.openxmlformats.org/officeDocument/2006/relationships/image" Target="../media/image32.png"/><Relationship Id="rId3" Type="http://schemas.openxmlformats.org/officeDocument/2006/relationships/image" Target="../media/image2.svg"/><Relationship Id="rId21" Type="http://schemas.openxmlformats.org/officeDocument/2006/relationships/image" Target="../media/image35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5" Type="http://schemas.openxmlformats.org/officeDocument/2006/relationships/image" Target="../media/image39.svg"/><Relationship Id="rId2" Type="http://schemas.openxmlformats.org/officeDocument/2006/relationships/image" Target="../media/image1.png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24" Type="http://schemas.openxmlformats.org/officeDocument/2006/relationships/image" Target="../media/image38.pn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23" Type="http://schemas.openxmlformats.org/officeDocument/2006/relationships/image" Target="../media/image37.svg"/><Relationship Id="rId10" Type="http://schemas.openxmlformats.org/officeDocument/2006/relationships/image" Target="../media/image24.png"/><Relationship Id="rId19" Type="http://schemas.openxmlformats.org/officeDocument/2006/relationships/image" Target="../media/image33.sv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Relationship Id="rId22" Type="http://schemas.openxmlformats.org/officeDocument/2006/relationships/image" Target="../media/image3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1.png"/><Relationship Id="rId21" Type="http://schemas.openxmlformats.org/officeDocument/2006/relationships/image" Target="../media/image7.sv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" Type="http://schemas.openxmlformats.org/officeDocument/2006/relationships/image" Target="../media/image40.png"/><Relationship Id="rId16" Type="http://schemas.openxmlformats.org/officeDocument/2006/relationships/image" Target="../media/image52.sv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19" Type="http://schemas.openxmlformats.org/officeDocument/2006/relationships/image" Target="../media/image5.png"/><Relationship Id="rId4" Type="http://schemas.openxmlformats.org/officeDocument/2006/relationships/image" Target="../media/image2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13" Type="http://schemas.openxmlformats.org/officeDocument/2006/relationships/image" Target="../media/image44.svg"/><Relationship Id="rId18" Type="http://schemas.openxmlformats.org/officeDocument/2006/relationships/image" Target="../media/image63.png"/><Relationship Id="rId3" Type="http://schemas.openxmlformats.org/officeDocument/2006/relationships/image" Target="../media/image56.svg"/><Relationship Id="rId7" Type="http://schemas.openxmlformats.org/officeDocument/2006/relationships/image" Target="../media/image57.png"/><Relationship Id="rId12" Type="http://schemas.openxmlformats.org/officeDocument/2006/relationships/image" Target="../media/image43.png"/><Relationship Id="rId17" Type="http://schemas.openxmlformats.org/officeDocument/2006/relationships/image" Target="../media/image62.svg"/><Relationship Id="rId2" Type="http://schemas.openxmlformats.org/officeDocument/2006/relationships/image" Target="../media/image55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11" Type="http://schemas.openxmlformats.org/officeDocument/2006/relationships/image" Target="../media/image7.svg"/><Relationship Id="rId5" Type="http://schemas.openxmlformats.org/officeDocument/2006/relationships/image" Target="../media/image41.png"/><Relationship Id="rId15" Type="http://schemas.openxmlformats.org/officeDocument/2006/relationships/image" Target="../media/image60.svg"/><Relationship Id="rId10" Type="http://schemas.openxmlformats.org/officeDocument/2006/relationships/image" Target="../media/image6.png"/><Relationship Id="rId19" Type="http://schemas.openxmlformats.org/officeDocument/2006/relationships/image" Target="../media/image64.svg"/><Relationship Id="rId4" Type="http://schemas.openxmlformats.org/officeDocument/2006/relationships/image" Target="../media/image40.png"/><Relationship Id="rId9" Type="http://schemas.openxmlformats.org/officeDocument/2006/relationships/image" Target="../media/image5.png"/><Relationship Id="rId14" Type="http://schemas.openxmlformats.org/officeDocument/2006/relationships/image" Target="../media/image5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69.svg"/><Relationship Id="rId3" Type="http://schemas.openxmlformats.org/officeDocument/2006/relationships/image" Target="../media/image56.svg"/><Relationship Id="rId7" Type="http://schemas.openxmlformats.org/officeDocument/2006/relationships/image" Target="../media/image67.svg"/><Relationship Id="rId12" Type="http://schemas.openxmlformats.org/officeDocument/2006/relationships/image" Target="../media/image68.png"/><Relationship Id="rId17" Type="http://schemas.openxmlformats.org/officeDocument/2006/relationships/image" Target="../media/image73.svg"/><Relationship Id="rId2" Type="http://schemas.openxmlformats.org/officeDocument/2006/relationships/image" Target="../media/image55.png"/><Relationship Id="rId16" Type="http://schemas.openxmlformats.org/officeDocument/2006/relationships/image" Target="../media/image7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png"/><Relationship Id="rId11" Type="http://schemas.openxmlformats.org/officeDocument/2006/relationships/image" Target="../media/image7.svg"/><Relationship Id="rId5" Type="http://schemas.openxmlformats.org/officeDocument/2006/relationships/image" Target="../media/image66.svg"/><Relationship Id="rId15" Type="http://schemas.openxmlformats.org/officeDocument/2006/relationships/image" Target="../media/image71.svg"/><Relationship Id="rId10" Type="http://schemas.openxmlformats.org/officeDocument/2006/relationships/image" Target="../media/image6.png"/><Relationship Id="rId4" Type="http://schemas.openxmlformats.org/officeDocument/2006/relationships/image" Target="../media/image65.png"/><Relationship Id="rId9" Type="http://schemas.openxmlformats.org/officeDocument/2006/relationships/image" Target="../media/image5.png"/><Relationship Id="rId14" Type="http://schemas.openxmlformats.org/officeDocument/2006/relationships/image" Target="../media/image7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7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4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7" Type="http://schemas.openxmlformats.org/officeDocument/2006/relationships/image" Target="../media/image7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7.svg"/><Relationship Id="rId3" Type="http://schemas.openxmlformats.org/officeDocument/2006/relationships/image" Target="../media/image56.svg"/><Relationship Id="rId7" Type="http://schemas.openxmlformats.org/officeDocument/2006/relationships/image" Target="../media/image107.svg"/><Relationship Id="rId12" Type="http://schemas.openxmlformats.org/officeDocument/2006/relationships/image" Target="../media/image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6.png"/><Relationship Id="rId11" Type="http://schemas.openxmlformats.org/officeDocument/2006/relationships/image" Target="../media/image5.png"/><Relationship Id="rId5" Type="http://schemas.openxmlformats.org/officeDocument/2006/relationships/image" Target="../media/image105.svg"/><Relationship Id="rId10" Type="http://schemas.openxmlformats.org/officeDocument/2006/relationships/image" Target="../media/image109.svg"/><Relationship Id="rId4" Type="http://schemas.openxmlformats.org/officeDocument/2006/relationships/image" Target="../media/image104.png"/><Relationship Id="rId9" Type="http://schemas.openxmlformats.org/officeDocument/2006/relationships/image" Target="../media/image10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그래픽 40">
            <a:extLst>
              <a:ext uri="{FF2B5EF4-FFF2-40B4-BE49-F238E27FC236}">
                <a16:creationId xmlns:a16="http://schemas.microsoft.com/office/drawing/2014/main" id="{377B7F54-DA4F-B3D9-04F9-D2EBDE1BC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9" name="그래픽 88">
            <a:extLst>
              <a:ext uri="{FF2B5EF4-FFF2-40B4-BE49-F238E27FC236}">
                <a16:creationId xmlns:a16="http://schemas.microsoft.com/office/drawing/2014/main" id="{74114B4B-F496-60FE-9596-E6AE560E9D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7985" r="48349"/>
          <a:stretch/>
        </p:blipFill>
        <p:spPr>
          <a:xfrm>
            <a:off x="10333589" y="-1"/>
            <a:ext cx="1858411" cy="2170297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6BB7F9CF-D2E8-11E8-C21E-3BFA51F0BBAB}"/>
              </a:ext>
            </a:extLst>
          </p:cNvPr>
          <p:cNvGrpSpPr/>
          <p:nvPr/>
        </p:nvGrpSpPr>
        <p:grpSpPr>
          <a:xfrm>
            <a:off x="6734077" y="1370504"/>
            <a:ext cx="5158567" cy="1720525"/>
            <a:chOff x="6734077" y="1370504"/>
            <a:chExt cx="5158567" cy="172052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829A270-96EA-F97C-E5A6-A95390C1A2BA}"/>
                </a:ext>
              </a:extLst>
            </p:cNvPr>
            <p:cNvSpPr txBox="1"/>
            <p:nvPr/>
          </p:nvSpPr>
          <p:spPr>
            <a:xfrm>
              <a:off x="6784189" y="1370504"/>
              <a:ext cx="26293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이젠아카데미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673C8D9-CE6D-AA17-08C5-62EEC7375D4E}"/>
                </a:ext>
              </a:extLst>
            </p:cNvPr>
            <p:cNvSpPr txBox="1"/>
            <p:nvPr/>
          </p:nvSpPr>
          <p:spPr>
            <a:xfrm>
              <a:off x="6734077" y="1736812"/>
              <a:ext cx="5158567" cy="135421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AEZEN </a:t>
              </a:r>
              <a:r>
                <a:rPr lang="ko-KR" altLang="en-US" sz="4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일반인</a:t>
              </a:r>
              <a:endParaRPr lang="en-US" altLang="ko-KR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4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EZEN </a:t>
              </a:r>
              <a:r>
                <a:rPr lang="ko-KR" altLang="en-US" sz="4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개발자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C6A9F18-1841-DEC0-E8F7-05B5795B476E}"/>
              </a:ext>
            </a:extLst>
          </p:cNvPr>
          <p:cNvSpPr txBox="1"/>
          <p:nvPr/>
        </p:nvSpPr>
        <p:spPr>
          <a:xfrm>
            <a:off x="0" y="0"/>
            <a:ext cx="12192000" cy="430886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600" b="1" spc="6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K-Digital Training</a:t>
            </a:r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8757764" y="6027409"/>
            <a:ext cx="2680001" cy="375740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83" name="그래픽 82">
            <a:extLst>
              <a:ext uri="{FF2B5EF4-FFF2-40B4-BE49-F238E27FC236}">
                <a16:creationId xmlns:a16="http://schemas.microsoft.com/office/drawing/2014/main" id="{C8CDCDEF-234C-3475-E28B-71872D494B0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60030" y="3915155"/>
            <a:ext cx="7469973" cy="3682727"/>
          </a:xfrm>
          <a:prstGeom prst="rect">
            <a:avLst/>
          </a:prstGeom>
        </p:spPr>
      </p:pic>
      <p:pic>
        <p:nvPicPr>
          <p:cNvPr id="35" name="그래픽 34">
            <a:extLst>
              <a:ext uri="{FF2B5EF4-FFF2-40B4-BE49-F238E27FC236}">
                <a16:creationId xmlns:a16="http://schemas.microsoft.com/office/drawing/2014/main" id="{0D726EA1-BE16-120A-6ADB-5C5AB1216ACF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21662" t="1" b="17379"/>
          <a:stretch/>
        </p:blipFill>
        <p:spPr>
          <a:xfrm>
            <a:off x="0" y="1229667"/>
            <a:ext cx="6616357" cy="5641295"/>
          </a:xfrm>
          <a:prstGeom prst="rect">
            <a:avLst/>
          </a:prstGeom>
        </p:spPr>
      </p:pic>
      <p:grpSp>
        <p:nvGrpSpPr>
          <p:cNvPr id="47" name="그룹 46">
            <a:extLst>
              <a:ext uri="{FF2B5EF4-FFF2-40B4-BE49-F238E27FC236}">
                <a16:creationId xmlns:a16="http://schemas.microsoft.com/office/drawing/2014/main" id="{483AC635-D27B-44AF-C252-C231B6D1D76F}"/>
              </a:ext>
            </a:extLst>
          </p:cNvPr>
          <p:cNvGrpSpPr/>
          <p:nvPr/>
        </p:nvGrpSpPr>
        <p:grpSpPr>
          <a:xfrm>
            <a:off x="396381" y="2177346"/>
            <a:ext cx="1047217" cy="1047469"/>
            <a:chOff x="251139" y="1723399"/>
            <a:chExt cx="1047217" cy="1047469"/>
          </a:xfrm>
        </p:grpSpPr>
        <p:sp>
          <p:nvSpPr>
            <p:cNvPr id="45" name="자유형: 도형 44">
              <a:extLst>
                <a:ext uri="{FF2B5EF4-FFF2-40B4-BE49-F238E27FC236}">
                  <a16:creationId xmlns:a16="http://schemas.microsoft.com/office/drawing/2014/main" id="{A355785C-5147-8E5C-8C08-D78A66EB5980}"/>
                </a:ext>
              </a:extLst>
            </p:cNvPr>
            <p:cNvSpPr/>
            <p:nvPr/>
          </p:nvSpPr>
          <p:spPr>
            <a:xfrm>
              <a:off x="251139" y="1723399"/>
              <a:ext cx="1047217" cy="1047469"/>
            </a:xfrm>
            <a:custGeom>
              <a:avLst/>
              <a:gdLst>
                <a:gd name="connsiteX0" fmla="*/ 1047155 w 1047217"/>
                <a:gd name="connsiteY0" fmla="*/ 563441 h 1047469"/>
                <a:gd name="connsiteX1" fmla="*/ 1047155 w 1047217"/>
                <a:gd name="connsiteY1" fmla="*/ 483903 h 1047469"/>
                <a:gd name="connsiteX2" fmla="*/ 992095 w 1047217"/>
                <a:gd name="connsiteY2" fmla="*/ 428842 h 1047469"/>
                <a:gd name="connsiteX3" fmla="*/ 942257 w 1047217"/>
                <a:gd name="connsiteY3" fmla="*/ 428842 h 1047469"/>
                <a:gd name="connsiteX4" fmla="*/ 889651 w 1047217"/>
                <a:gd name="connsiteY4" fmla="*/ 391967 h 1047469"/>
                <a:gd name="connsiteX5" fmla="*/ 875555 w 1047217"/>
                <a:gd name="connsiteY5" fmla="*/ 356666 h 1047469"/>
                <a:gd name="connsiteX6" fmla="*/ 886127 w 1047217"/>
                <a:gd name="connsiteY6" fmla="*/ 295250 h 1047469"/>
                <a:gd name="connsiteX7" fmla="*/ 921995 w 1047217"/>
                <a:gd name="connsiteY7" fmla="*/ 259382 h 1047469"/>
                <a:gd name="connsiteX8" fmla="*/ 921995 w 1047217"/>
                <a:gd name="connsiteY8" fmla="*/ 181479 h 1047469"/>
                <a:gd name="connsiteX9" fmla="*/ 865739 w 1047217"/>
                <a:gd name="connsiteY9" fmla="*/ 125223 h 1047469"/>
                <a:gd name="connsiteX10" fmla="*/ 787836 w 1047217"/>
                <a:gd name="connsiteY10" fmla="*/ 125223 h 1047469"/>
                <a:gd name="connsiteX11" fmla="*/ 755870 w 1047217"/>
                <a:gd name="connsiteY11" fmla="*/ 157190 h 1047469"/>
                <a:gd name="connsiteX12" fmla="*/ 692692 w 1047217"/>
                <a:gd name="connsiteY12" fmla="*/ 167698 h 1047469"/>
                <a:gd name="connsiteX13" fmla="*/ 653866 w 1047217"/>
                <a:gd name="connsiteY13" fmla="*/ 150897 h 1047469"/>
                <a:gd name="connsiteX14" fmla="*/ 618439 w 1047217"/>
                <a:gd name="connsiteY14" fmla="*/ 99486 h 1047469"/>
                <a:gd name="connsiteX15" fmla="*/ 618439 w 1047217"/>
                <a:gd name="connsiteY15" fmla="*/ 55060 h 1047469"/>
                <a:gd name="connsiteX16" fmla="*/ 563378 w 1047217"/>
                <a:gd name="connsiteY16" fmla="*/ 0 h 1047469"/>
                <a:gd name="connsiteX17" fmla="*/ 483840 w 1047217"/>
                <a:gd name="connsiteY17" fmla="*/ 0 h 1047469"/>
                <a:gd name="connsiteX18" fmla="*/ 428779 w 1047217"/>
                <a:gd name="connsiteY18" fmla="*/ 55060 h 1047469"/>
                <a:gd name="connsiteX19" fmla="*/ 428779 w 1047217"/>
                <a:gd name="connsiteY19" fmla="*/ 95522 h 1047469"/>
                <a:gd name="connsiteX20" fmla="*/ 391904 w 1047217"/>
                <a:gd name="connsiteY20" fmla="*/ 147499 h 1047469"/>
                <a:gd name="connsiteX21" fmla="*/ 349555 w 1047217"/>
                <a:gd name="connsiteY21" fmla="*/ 164615 h 1047469"/>
                <a:gd name="connsiteX22" fmla="*/ 287636 w 1047217"/>
                <a:gd name="connsiteY22" fmla="*/ 153540 h 1047469"/>
                <a:gd name="connsiteX23" fmla="*/ 259382 w 1047217"/>
                <a:gd name="connsiteY23" fmla="*/ 125286 h 1047469"/>
                <a:gd name="connsiteX24" fmla="*/ 181479 w 1047217"/>
                <a:gd name="connsiteY24" fmla="*/ 125286 h 1047469"/>
                <a:gd name="connsiteX25" fmla="*/ 125223 w 1047217"/>
                <a:gd name="connsiteY25" fmla="*/ 181542 h 1047469"/>
                <a:gd name="connsiteX26" fmla="*/ 125223 w 1047217"/>
                <a:gd name="connsiteY26" fmla="*/ 259445 h 1047469"/>
                <a:gd name="connsiteX27" fmla="*/ 152785 w 1047217"/>
                <a:gd name="connsiteY27" fmla="*/ 287006 h 1047469"/>
                <a:gd name="connsiteX28" fmla="*/ 163734 w 1047217"/>
                <a:gd name="connsiteY28" fmla="*/ 349240 h 1047469"/>
                <a:gd name="connsiteX29" fmla="*/ 146052 w 1047217"/>
                <a:gd name="connsiteY29" fmla="*/ 392345 h 1047469"/>
                <a:gd name="connsiteX30" fmla="*/ 94201 w 1047217"/>
                <a:gd name="connsiteY30" fmla="*/ 428905 h 1047469"/>
                <a:gd name="connsiteX31" fmla="*/ 55060 w 1047217"/>
                <a:gd name="connsiteY31" fmla="*/ 428905 h 1047469"/>
                <a:gd name="connsiteX32" fmla="*/ 0 w 1047217"/>
                <a:gd name="connsiteY32" fmla="*/ 483965 h 1047469"/>
                <a:gd name="connsiteX33" fmla="*/ 0 w 1047217"/>
                <a:gd name="connsiteY33" fmla="*/ 563504 h 1047469"/>
                <a:gd name="connsiteX34" fmla="*/ 55060 w 1047217"/>
                <a:gd name="connsiteY34" fmla="*/ 618565 h 1047469"/>
                <a:gd name="connsiteX35" fmla="*/ 96781 w 1047217"/>
                <a:gd name="connsiteY35" fmla="*/ 618565 h 1047469"/>
                <a:gd name="connsiteX36" fmla="*/ 148254 w 1047217"/>
                <a:gd name="connsiteY36" fmla="*/ 654118 h 1047469"/>
                <a:gd name="connsiteX37" fmla="*/ 165748 w 1047217"/>
                <a:gd name="connsiteY37" fmla="*/ 694894 h 1047469"/>
                <a:gd name="connsiteX38" fmla="*/ 155239 w 1047217"/>
                <a:gd name="connsiteY38" fmla="*/ 758009 h 1047469"/>
                <a:gd name="connsiteX39" fmla="*/ 125223 w 1047217"/>
                <a:gd name="connsiteY39" fmla="*/ 788025 h 1047469"/>
                <a:gd name="connsiteX40" fmla="*/ 125223 w 1047217"/>
                <a:gd name="connsiteY40" fmla="*/ 865928 h 1047469"/>
                <a:gd name="connsiteX41" fmla="*/ 181479 w 1047217"/>
                <a:gd name="connsiteY41" fmla="*/ 922184 h 1047469"/>
                <a:gd name="connsiteX42" fmla="*/ 259382 w 1047217"/>
                <a:gd name="connsiteY42" fmla="*/ 922184 h 1047469"/>
                <a:gd name="connsiteX43" fmla="*/ 292733 w 1047217"/>
                <a:gd name="connsiteY43" fmla="*/ 888833 h 1047469"/>
                <a:gd name="connsiteX44" fmla="*/ 355218 w 1047217"/>
                <a:gd name="connsiteY44" fmla="*/ 878072 h 1047469"/>
                <a:gd name="connsiteX45" fmla="*/ 391149 w 1047217"/>
                <a:gd name="connsiteY45" fmla="*/ 892357 h 1047469"/>
                <a:gd name="connsiteX46" fmla="*/ 428779 w 1047217"/>
                <a:gd name="connsiteY46" fmla="*/ 943956 h 1047469"/>
                <a:gd name="connsiteX47" fmla="*/ 428779 w 1047217"/>
                <a:gd name="connsiteY47" fmla="*/ 992409 h 1047469"/>
                <a:gd name="connsiteX48" fmla="*/ 483840 w 1047217"/>
                <a:gd name="connsiteY48" fmla="*/ 1047470 h 1047469"/>
                <a:gd name="connsiteX49" fmla="*/ 563378 w 1047217"/>
                <a:gd name="connsiteY49" fmla="*/ 1047470 h 1047469"/>
                <a:gd name="connsiteX50" fmla="*/ 618439 w 1047217"/>
                <a:gd name="connsiteY50" fmla="*/ 992409 h 1047469"/>
                <a:gd name="connsiteX51" fmla="*/ 618439 w 1047217"/>
                <a:gd name="connsiteY51" fmla="*/ 939992 h 1047469"/>
                <a:gd name="connsiteX52" fmla="*/ 654621 w 1047217"/>
                <a:gd name="connsiteY52" fmla="*/ 888896 h 1047469"/>
                <a:gd name="connsiteX53" fmla="*/ 688853 w 1047217"/>
                <a:gd name="connsiteY53" fmla="*/ 874360 h 1047469"/>
                <a:gd name="connsiteX54" fmla="*/ 751024 w 1047217"/>
                <a:gd name="connsiteY54" fmla="*/ 885372 h 1047469"/>
                <a:gd name="connsiteX55" fmla="*/ 787899 w 1047217"/>
                <a:gd name="connsiteY55" fmla="*/ 922247 h 1047469"/>
                <a:gd name="connsiteX56" fmla="*/ 865802 w 1047217"/>
                <a:gd name="connsiteY56" fmla="*/ 922247 h 1047469"/>
                <a:gd name="connsiteX57" fmla="*/ 922058 w 1047217"/>
                <a:gd name="connsiteY57" fmla="*/ 865990 h 1047469"/>
                <a:gd name="connsiteX58" fmla="*/ 922058 w 1047217"/>
                <a:gd name="connsiteY58" fmla="*/ 788088 h 1047469"/>
                <a:gd name="connsiteX59" fmla="*/ 884428 w 1047217"/>
                <a:gd name="connsiteY59" fmla="*/ 750458 h 1047469"/>
                <a:gd name="connsiteX60" fmla="*/ 873290 w 1047217"/>
                <a:gd name="connsiteY60" fmla="*/ 688602 h 1047469"/>
                <a:gd name="connsiteX61" fmla="*/ 887511 w 1047217"/>
                <a:gd name="connsiteY61" fmla="*/ 654621 h 1047469"/>
                <a:gd name="connsiteX62" fmla="*/ 939803 w 1047217"/>
                <a:gd name="connsiteY62" fmla="*/ 618628 h 1047469"/>
                <a:gd name="connsiteX63" fmla="*/ 992158 w 1047217"/>
                <a:gd name="connsiteY63" fmla="*/ 618628 h 1047469"/>
                <a:gd name="connsiteX64" fmla="*/ 1047218 w 1047217"/>
                <a:gd name="connsiteY64" fmla="*/ 563567 h 1047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4CF8A4C2-E2E9-4801-D878-CC415D2530BD}"/>
                </a:ext>
              </a:extLst>
            </p:cNvPr>
            <p:cNvSpPr/>
            <p:nvPr/>
          </p:nvSpPr>
          <p:spPr>
            <a:xfrm>
              <a:off x="575650" y="2048162"/>
              <a:ext cx="397819" cy="397819"/>
            </a:xfrm>
            <a:custGeom>
              <a:avLst/>
              <a:gdLst>
                <a:gd name="connsiteX0" fmla="*/ 397819 w 397819"/>
                <a:gd name="connsiteY0" fmla="*/ 198910 h 397819"/>
                <a:gd name="connsiteX1" fmla="*/ 198910 w 397819"/>
                <a:gd name="connsiteY1" fmla="*/ 397819 h 397819"/>
                <a:gd name="connsiteX2" fmla="*/ 0 w 397819"/>
                <a:gd name="connsiteY2" fmla="*/ 198910 h 397819"/>
                <a:gd name="connsiteX3" fmla="*/ 198910 w 397819"/>
                <a:gd name="connsiteY3" fmla="*/ 0 h 397819"/>
                <a:gd name="connsiteX4" fmla="*/ 397819 w 397819"/>
                <a:gd name="connsiteY4" fmla="*/ 198910 h 397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1" name="그래픽 80">
            <a:extLst>
              <a:ext uri="{FF2B5EF4-FFF2-40B4-BE49-F238E27FC236}">
                <a16:creationId xmlns:a16="http://schemas.microsoft.com/office/drawing/2014/main" id="{EB909586-6D08-0A01-846F-B0B934F70FD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28896" y="5508981"/>
            <a:ext cx="335776" cy="335776"/>
          </a:xfrm>
          <a:prstGeom prst="rect">
            <a:avLst/>
          </a:prstGeom>
        </p:spPr>
      </p:pic>
      <p:grpSp>
        <p:nvGrpSpPr>
          <p:cNvPr id="79" name="그룹 78">
            <a:extLst>
              <a:ext uri="{FF2B5EF4-FFF2-40B4-BE49-F238E27FC236}">
                <a16:creationId xmlns:a16="http://schemas.microsoft.com/office/drawing/2014/main" id="{7D2B4F00-41E1-A77B-F9A9-76AD04614A19}"/>
              </a:ext>
            </a:extLst>
          </p:cNvPr>
          <p:cNvGrpSpPr/>
          <p:nvPr/>
        </p:nvGrpSpPr>
        <p:grpSpPr>
          <a:xfrm>
            <a:off x="1277325" y="2615573"/>
            <a:ext cx="3935463" cy="4308106"/>
            <a:chOff x="1277325" y="2007854"/>
            <a:chExt cx="4490615" cy="4915825"/>
          </a:xfrm>
        </p:grpSpPr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F1F2C982-81B7-AE60-7DB9-47427F96BC48}"/>
                </a:ext>
              </a:extLst>
            </p:cNvPr>
            <p:cNvSpPr/>
            <p:nvPr/>
          </p:nvSpPr>
          <p:spPr>
            <a:xfrm>
              <a:off x="3399437" y="2007854"/>
              <a:ext cx="869869" cy="1517209"/>
            </a:xfrm>
            <a:custGeom>
              <a:avLst/>
              <a:gdLst>
                <a:gd name="connsiteX0" fmla="*/ 138971 w 869869"/>
                <a:gd name="connsiteY0" fmla="*/ 613285 h 1517209"/>
                <a:gd name="connsiteX1" fmla="*/ 352505 w 869869"/>
                <a:gd name="connsiteY1" fmla="*/ 132813 h 1517209"/>
                <a:gd name="connsiteX2" fmla="*/ 518023 w 869869"/>
                <a:gd name="connsiteY2" fmla="*/ 5462 h 1517209"/>
                <a:gd name="connsiteX3" fmla="*/ 538800 w 869869"/>
                <a:gd name="connsiteY3" fmla="*/ 224691 h 1517209"/>
                <a:gd name="connsiteX4" fmla="*/ 446076 w 869869"/>
                <a:gd name="connsiteY4" fmla="*/ 428453 h 1517209"/>
                <a:gd name="connsiteX5" fmla="*/ 619981 w 869869"/>
                <a:gd name="connsiteY5" fmla="*/ 394287 h 1517209"/>
                <a:gd name="connsiteX6" fmla="*/ 678694 w 869869"/>
                <a:gd name="connsiteY6" fmla="*/ 504479 h 1517209"/>
                <a:gd name="connsiteX7" fmla="*/ 852599 w 869869"/>
                <a:gd name="connsiteY7" fmla="*/ 510942 h 1517209"/>
                <a:gd name="connsiteX8" fmla="*/ 791040 w 869869"/>
                <a:gd name="connsiteY8" fmla="*/ 672305 h 1517209"/>
                <a:gd name="connsiteX9" fmla="*/ 823974 w 869869"/>
                <a:gd name="connsiteY9" fmla="*/ 837593 h 1517209"/>
                <a:gd name="connsiteX10" fmla="*/ 720554 w 869869"/>
                <a:gd name="connsiteY10" fmla="*/ 957403 h 1517209"/>
                <a:gd name="connsiteX11" fmla="*/ 635679 w 869869"/>
                <a:gd name="connsiteY11" fmla="*/ 1273280 h 1517209"/>
                <a:gd name="connsiteX12" fmla="*/ 519024 w 869869"/>
                <a:gd name="connsiteY12" fmla="*/ 1517210 h 1517209"/>
                <a:gd name="connsiteX13" fmla="*/ 0 w 869869"/>
                <a:gd name="connsiteY13" fmla="*/ 1223879 h 1517209"/>
                <a:gd name="connsiteX14" fmla="*/ 139124 w 869869"/>
                <a:gd name="connsiteY14" fmla="*/ 613362 h 1517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9869" h="1517209">
                  <a:moveTo>
                    <a:pt x="138971" y="613285"/>
                  </a:moveTo>
                  <a:cubicBezTo>
                    <a:pt x="165903" y="518176"/>
                    <a:pt x="333499" y="170903"/>
                    <a:pt x="352505" y="132813"/>
                  </a:cubicBezTo>
                  <a:cubicBezTo>
                    <a:pt x="391672" y="54094"/>
                    <a:pt x="447307" y="-21163"/>
                    <a:pt x="518023" y="5462"/>
                  </a:cubicBezTo>
                  <a:cubicBezTo>
                    <a:pt x="584815" y="30547"/>
                    <a:pt x="575658" y="135198"/>
                    <a:pt x="538800" y="224691"/>
                  </a:cubicBezTo>
                  <a:cubicBezTo>
                    <a:pt x="501941" y="314183"/>
                    <a:pt x="446076" y="428453"/>
                    <a:pt x="446076" y="428453"/>
                  </a:cubicBezTo>
                  <a:cubicBezTo>
                    <a:pt x="446076" y="428453"/>
                    <a:pt x="535491" y="355043"/>
                    <a:pt x="619981" y="394287"/>
                  </a:cubicBezTo>
                  <a:cubicBezTo>
                    <a:pt x="704472" y="433608"/>
                    <a:pt x="678694" y="504479"/>
                    <a:pt x="678694" y="504479"/>
                  </a:cubicBezTo>
                  <a:cubicBezTo>
                    <a:pt x="678694" y="504479"/>
                    <a:pt x="806892" y="435224"/>
                    <a:pt x="852599" y="510942"/>
                  </a:cubicBezTo>
                  <a:cubicBezTo>
                    <a:pt x="888227" y="570040"/>
                    <a:pt x="869220" y="634446"/>
                    <a:pt x="791040" y="672305"/>
                  </a:cubicBezTo>
                  <a:cubicBezTo>
                    <a:pt x="791040" y="672305"/>
                    <a:pt x="913620" y="742637"/>
                    <a:pt x="823974" y="837593"/>
                  </a:cubicBezTo>
                  <a:cubicBezTo>
                    <a:pt x="823974" y="837593"/>
                    <a:pt x="828283" y="934241"/>
                    <a:pt x="720554" y="957403"/>
                  </a:cubicBezTo>
                  <a:cubicBezTo>
                    <a:pt x="720554" y="957403"/>
                    <a:pt x="756028" y="1135926"/>
                    <a:pt x="635679" y="1273280"/>
                  </a:cubicBezTo>
                  <a:lnTo>
                    <a:pt x="519024" y="1517210"/>
                  </a:lnTo>
                  <a:lnTo>
                    <a:pt x="0" y="1223879"/>
                  </a:lnTo>
                  <a:cubicBezTo>
                    <a:pt x="0" y="1223879"/>
                    <a:pt x="124119" y="666226"/>
                    <a:pt x="139124" y="613362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E30FDFB5-140E-D717-EDDB-C1DE7E25E4EA}"/>
                </a:ext>
              </a:extLst>
            </p:cNvPr>
            <p:cNvSpPr/>
            <p:nvPr/>
          </p:nvSpPr>
          <p:spPr>
            <a:xfrm>
              <a:off x="3694275" y="2486388"/>
              <a:ext cx="409589" cy="117360"/>
            </a:xfrm>
            <a:custGeom>
              <a:avLst/>
              <a:gdLst>
                <a:gd name="connsiteX0" fmla="*/ 25888 w 409589"/>
                <a:gd name="connsiteY0" fmla="*/ 117283 h 117360"/>
                <a:gd name="connsiteX1" fmla="*/ 417 w 409589"/>
                <a:gd name="connsiteY1" fmla="*/ 96045 h 117360"/>
                <a:gd name="connsiteX2" fmla="*/ 21194 w 409589"/>
                <a:gd name="connsiteY2" fmla="*/ 65958 h 117360"/>
                <a:gd name="connsiteX3" fmla="*/ 379085 w 409589"/>
                <a:gd name="connsiteY3" fmla="*/ 397 h 117360"/>
                <a:gd name="connsiteX4" fmla="*/ 409173 w 409589"/>
                <a:gd name="connsiteY4" fmla="*/ 21174 h 117360"/>
                <a:gd name="connsiteX5" fmla="*/ 388396 w 409589"/>
                <a:gd name="connsiteY5" fmla="*/ 51338 h 117360"/>
                <a:gd name="connsiteX6" fmla="*/ 30505 w 409589"/>
                <a:gd name="connsiteY6" fmla="*/ 116899 h 117360"/>
                <a:gd name="connsiteX7" fmla="*/ 25811 w 409589"/>
                <a:gd name="connsiteY7" fmla="*/ 117360 h 11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9589" h="117360">
                  <a:moveTo>
                    <a:pt x="25888" y="117283"/>
                  </a:moveTo>
                  <a:cubicBezTo>
                    <a:pt x="13653" y="117283"/>
                    <a:pt x="2726" y="108511"/>
                    <a:pt x="417" y="96045"/>
                  </a:cubicBezTo>
                  <a:cubicBezTo>
                    <a:pt x="-2122" y="81964"/>
                    <a:pt x="7189" y="68497"/>
                    <a:pt x="21194" y="65958"/>
                  </a:cubicBezTo>
                  <a:lnTo>
                    <a:pt x="379085" y="397"/>
                  </a:lnTo>
                  <a:cubicBezTo>
                    <a:pt x="393167" y="-2065"/>
                    <a:pt x="406633" y="7169"/>
                    <a:pt x="409173" y="21174"/>
                  </a:cubicBezTo>
                  <a:cubicBezTo>
                    <a:pt x="411712" y="35255"/>
                    <a:pt x="402401" y="48721"/>
                    <a:pt x="388396" y="51338"/>
                  </a:cubicBezTo>
                  <a:lnTo>
                    <a:pt x="30505" y="116899"/>
                  </a:lnTo>
                  <a:cubicBezTo>
                    <a:pt x="28889" y="117206"/>
                    <a:pt x="27350" y="117360"/>
                    <a:pt x="25811" y="11736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1" name="자유형: 도형 50">
              <a:extLst>
                <a:ext uri="{FF2B5EF4-FFF2-40B4-BE49-F238E27FC236}">
                  <a16:creationId xmlns:a16="http://schemas.microsoft.com/office/drawing/2014/main" id="{84884597-6325-8470-947A-4ED8D9F70171}"/>
                </a:ext>
              </a:extLst>
            </p:cNvPr>
            <p:cNvSpPr/>
            <p:nvPr/>
          </p:nvSpPr>
          <p:spPr>
            <a:xfrm>
              <a:off x="3869326" y="2654289"/>
              <a:ext cx="346934" cy="509420"/>
            </a:xfrm>
            <a:custGeom>
              <a:avLst/>
              <a:gdLst>
                <a:gd name="connsiteX0" fmla="*/ 31052 w 346934"/>
                <a:gd name="connsiteY0" fmla="*/ 509343 h 509420"/>
                <a:gd name="connsiteX1" fmla="*/ 14661 w 346934"/>
                <a:gd name="connsiteY1" fmla="*/ 503495 h 509420"/>
                <a:gd name="connsiteX2" fmla="*/ 11045 w 346934"/>
                <a:gd name="connsiteY2" fmla="*/ 467098 h 509420"/>
                <a:gd name="connsiteX3" fmla="*/ 5504 w 346934"/>
                <a:gd name="connsiteY3" fmla="*/ 154684 h 509420"/>
                <a:gd name="connsiteX4" fmla="*/ 964 w 346934"/>
                <a:gd name="connsiteY4" fmla="*/ 131830 h 509420"/>
                <a:gd name="connsiteX5" fmla="*/ 16662 w 346934"/>
                <a:gd name="connsiteY5" fmla="*/ 114593 h 509420"/>
                <a:gd name="connsiteX6" fmla="*/ 311840 w 346934"/>
                <a:gd name="connsiteY6" fmla="*/ 1708 h 509420"/>
                <a:gd name="connsiteX7" fmla="*/ 345236 w 346934"/>
                <a:gd name="connsiteY7" fmla="*/ 16636 h 509420"/>
                <a:gd name="connsiteX8" fmla="*/ 330308 w 346934"/>
                <a:gd name="connsiteY8" fmla="*/ 50032 h 509420"/>
                <a:gd name="connsiteX9" fmla="*/ 65063 w 346934"/>
                <a:gd name="connsiteY9" fmla="*/ 151529 h 509420"/>
                <a:gd name="connsiteX10" fmla="*/ 51059 w 346934"/>
                <a:gd name="connsiteY10" fmla="*/ 499956 h 509420"/>
                <a:gd name="connsiteX11" fmla="*/ 31052 w 346934"/>
                <a:gd name="connsiteY11" fmla="*/ 509420 h 5094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6934" h="509420">
                  <a:moveTo>
                    <a:pt x="31052" y="509343"/>
                  </a:moveTo>
                  <a:cubicBezTo>
                    <a:pt x="25281" y="509343"/>
                    <a:pt x="19432" y="507420"/>
                    <a:pt x="14661" y="503495"/>
                  </a:cubicBezTo>
                  <a:cubicBezTo>
                    <a:pt x="3581" y="494415"/>
                    <a:pt x="1965" y="478102"/>
                    <a:pt x="11045" y="467098"/>
                  </a:cubicBezTo>
                  <a:cubicBezTo>
                    <a:pt x="131625" y="320202"/>
                    <a:pt x="10737" y="161378"/>
                    <a:pt x="5504" y="154684"/>
                  </a:cubicBezTo>
                  <a:cubicBezTo>
                    <a:pt x="426" y="148220"/>
                    <a:pt x="-1267" y="139755"/>
                    <a:pt x="964" y="131830"/>
                  </a:cubicBezTo>
                  <a:cubicBezTo>
                    <a:pt x="3196" y="123904"/>
                    <a:pt x="8967" y="117517"/>
                    <a:pt x="16662" y="114593"/>
                  </a:cubicBezTo>
                  <a:lnTo>
                    <a:pt x="311840" y="1708"/>
                  </a:lnTo>
                  <a:cubicBezTo>
                    <a:pt x="325229" y="-3371"/>
                    <a:pt x="340157" y="3247"/>
                    <a:pt x="345236" y="16636"/>
                  </a:cubicBezTo>
                  <a:cubicBezTo>
                    <a:pt x="350315" y="30025"/>
                    <a:pt x="343620" y="44954"/>
                    <a:pt x="330308" y="50032"/>
                  </a:cubicBezTo>
                  <a:lnTo>
                    <a:pt x="65063" y="151529"/>
                  </a:lnTo>
                  <a:cubicBezTo>
                    <a:pt x="100691" y="212626"/>
                    <a:pt x="164944" y="361293"/>
                    <a:pt x="51059" y="499956"/>
                  </a:cubicBezTo>
                  <a:cubicBezTo>
                    <a:pt x="45903" y="506188"/>
                    <a:pt x="38516" y="509420"/>
                    <a:pt x="31052" y="509420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68D39D24-17FA-708B-EAC2-6E679123CF0C}"/>
                </a:ext>
              </a:extLst>
            </p:cNvPr>
            <p:cNvSpPr/>
            <p:nvPr/>
          </p:nvSpPr>
          <p:spPr>
            <a:xfrm>
              <a:off x="3930252" y="2911762"/>
              <a:ext cx="227778" cy="106897"/>
            </a:xfrm>
            <a:custGeom>
              <a:avLst/>
              <a:gdLst>
                <a:gd name="connsiteX0" fmla="*/ 105326 w 227778"/>
                <a:gd name="connsiteY0" fmla="*/ 106821 h 106897"/>
                <a:gd name="connsiteX1" fmla="*/ 54154 w 227778"/>
                <a:gd name="connsiteY1" fmla="*/ 95894 h 106897"/>
                <a:gd name="connsiteX2" fmla="*/ 675 w 227778"/>
                <a:gd name="connsiteY2" fmla="*/ 31718 h 106897"/>
                <a:gd name="connsiteX3" fmla="*/ 20066 w 227778"/>
                <a:gd name="connsiteY3" fmla="*/ 708 h 106897"/>
                <a:gd name="connsiteX4" fmla="*/ 50999 w 227778"/>
                <a:gd name="connsiteY4" fmla="*/ 19791 h 106897"/>
                <a:gd name="connsiteX5" fmla="*/ 77162 w 227778"/>
                <a:gd name="connsiteY5" fmla="*/ 49571 h 106897"/>
                <a:gd name="connsiteX6" fmla="*/ 190509 w 227778"/>
                <a:gd name="connsiteY6" fmla="*/ 30564 h 106897"/>
                <a:gd name="connsiteX7" fmla="*/ 225136 w 227778"/>
                <a:gd name="connsiteY7" fmla="*/ 42491 h 106897"/>
                <a:gd name="connsiteX8" fmla="*/ 213209 w 227778"/>
                <a:gd name="connsiteY8" fmla="*/ 77118 h 106897"/>
                <a:gd name="connsiteX9" fmla="*/ 105249 w 227778"/>
                <a:gd name="connsiteY9" fmla="*/ 106898 h 106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7778" h="106897">
                  <a:moveTo>
                    <a:pt x="105326" y="106821"/>
                  </a:moveTo>
                  <a:cubicBezTo>
                    <a:pt x="86473" y="106821"/>
                    <a:pt x="69390" y="103204"/>
                    <a:pt x="54154" y="95894"/>
                  </a:cubicBezTo>
                  <a:cubicBezTo>
                    <a:pt x="11909" y="75733"/>
                    <a:pt x="1675" y="36181"/>
                    <a:pt x="675" y="31718"/>
                  </a:cubicBezTo>
                  <a:cubicBezTo>
                    <a:pt x="-2557" y="17790"/>
                    <a:pt x="6138" y="3940"/>
                    <a:pt x="20066" y="708"/>
                  </a:cubicBezTo>
                  <a:cubicBezTo>
                    <a:pt x="33686" y="-2601"/>
                    <a:pt x="47690" y="6017"/>
                    <a:pt x="50999" y="19791"/>
                  </a:cubicBezTo>
                  <a:cubicBezTo>
                    <a:pt x="51307" y="21022"/>
                    <a:pt x="56771" y="40183"/>
                    <a:pt x="77162" y="49571"/>
                  </a:cubicBezTo>
                  <a:cubicBezTo>
                    <a:pt x="102171" y="61036"/>
                    <a:pt x="141415" y="54495"/>
                    <a:pt x="190509" y="30564"/>
                  </a:cubicBezTo>
                  <a:cubicBezTo>
                    <a:pt x="203282" y="24177"/>
                    <a:pt x="218826" y="29641"/>
                    <a:pt x="225136" y="42491"/>
                  </a:cubicBezTo>
                  <a:cubicBezTo>
                    <a:pt x="231446" y="55342"/>
                    <a:pt x="226059" y="70809"/>
                    <a:pt x="213209" y="77118"/>
                  </a:cubicBezTo>
                  <a:cubicBezTo>
                    <a:pt x="172579" y="96971"/>
                    <a:pt x="136490" y="106898"/>
                    <a:pt x="105249" y="106898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EA62B1EA-FD2C-FFE5-55AA-44E8CD48B4BA}"/>
                </a:ext>
              </a:extLst>
            </p:cNvPr>
            <p:cNvSpPr/>
            <p:nvPr/>
          </p:nvSpPr>
          <p:spPr>
            <a:xfrm>
              <a:off x="3751239" y="2385236"/>
              <a:ext cx="130142" cy="200121"/>
            </a:xfrm>
            <a:custGeom>
              <a:avLst/>
              <a:gdLst>
                <a:gd name="connsiteX0" fmla="*/ 25865 w 130142"/>
                <a:gd name="connsiteY0" fmla="*/ 200122 h 200121"/>
                <a:gd name="connsiteX1" fmla="*/ 13784 w 130142"/>
                <a:gd name="connsiteY1" fmla="*/ 197121 h 200121"/>
                <a:gd name="connsiteX2" fmla="*/ 3011 w 130142"/>
                <a:gd name="connsiteY2" fmla="*/ 162109 h 200121"/>
                <a:gd name="connsiteX3" fmla="*/ 81346 w 130142"/>
                <a:gd name="connsiteY3" fmla="*/ 13750 h 200121"/>
                <a:gd name="connsiteX4" fmla="*/ 116358 w 130142"/>
                <a:gd name="connsiteY4" fmla="*/ 2977 h 200121"/>
                <a:gd name="connsiteX5" fmla="*/ 127131 w 130142"/>
                <a:gd name="connsiteY5" fmla="*/ 37989 h 200121"/>
                <a:gd name="connsiteX6" fmla="*/ 48796 w 130142"/>
                <a:gd name="connsiteY6" fmla="*/ 186348 h 200121"/>
                <a:gd name="connsiteX7" fmla="*/ 25865 w 130142"/>
                <a:gd name="connsiteY7" fmla="*/ 200122 h 2001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0142" h="200121">
                  <a:moveTo>
                    <a:pt x="25865" y="200122"/>
                  </a:moveTo>
                  <a:cubicBezTo>
                    <a:pt x="21787" y="200122"/>
                    <a:pt x="17632" y="199121"/>
                    <a:pt x="13784" y="197121"/>
                  </a:cubicBezTo>
                  <a:cubicBezTo>
                    <a:pt x="1165" y="190426"/>
                    <a:pt x="-3683" y="174805"/>
                    <a:pt x="3011" y="162109"/>
                  </a:cubicBezTo>
                  <a:lnTo>
                    <a:pt x="81346" y="13750"/>
                  </a:lnTo>
                  <a:cubicBezTo>
                    <a:pt x="88040" y="1131"/>
                    <a:pt x="103738" y="-3640"/>
                    <a:pt x="116358" y="2977"/>
                  </a:cubicBezTo>
                  <a:cubicBezTo>
                    <a:pt x="128978" y="9672"/>
                    <a:pt x="133825" y="25293"/>
                    <a:pt x="127131" y="37989"/>
                  </a:cubicBezTo>
                  <a:lnTo>
                    <a:pt x="48796" y="186348"/>
                  </a:lnTo>
                  <a:cubicBezTo>
                    <a:pt x="44179" y="195120"/>
                    <a:pt x="35176" y="200122"/>
                    <a:pt x="25865" y="200122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B66BF755-ADE5-A9D9-6764-7587F67B8D4E}"/>
                </a:ext>
              </a:extLst>
            </p:cNvPr>
            <p:cNvSpPr/>
            <p:nvPr/>
          </p:nvSpPr>
          <p:spPr>
            <a:xfrm>
              <a:off x="3935483" y="2779644"/>
              <a:ext cx="332646" cy="131363"/>
            </a:xfrm>
            <a:custGeom>
              <a:avLst/>
              <a:gdLst>
                <a:gd name="connsiteX0" fmla="*/ 117101 w 332646"/>
                <a:gd name="connsiteY0" fmla="*/ 131363 h 131363"/>
                <a:gd name="connsiteX1" fmla="*/ 20760 w 332646"/>
                <a:gd name="connsiteY1" fmla="*/ 122591 h 131363"/>
                <a:gd name="connsiteX2" fmla="*/ 522 w 332646"/>
                <a:gd name="connsiteY2" fmla="*/ 92119 h 131363"/>
                <a:gd name="connsiteX3" fmla="*/ 30994 w 332646"/>
                <a:gd name="connsiteY3" fmla="*/ 71804 h 131363"/>
                <a:gd name="connsiteX4" fmla="*/ 284158 w 332646"/>
                <a:gd name="connsiteY4" fmla="*/ 13323 h 131363"/>
                <a:gd name="connsiteX5" fmla="*/ 319324 w 332646"/>
                <a:gd name="connsiteY5" fmla="*/ 3242 h 131363"/>
                <a:gd name="connsiteX6" fmla="*/ 329404 w 332646"/>
                <a:gd name="connsiteY6" fmla="*/ 38408 h 131363"/>
                <a:gd name="connsiteX7" fmla="*/ 117101 w 332646"/>
                <a:gd name="connsiteY7" fmla="*/ 131286 h 131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2646" h="131363">
                  <a:moveTo>
                    <a:pt x="117101" y="131363"/>
                  </a:moveTo>
                  <a:cubicBezTo>
                    <a:pt x="65468" y="131363"/>
                    <a:pt x="24761" y="123360"/>
                    <a:pt x="20760" y="122591"/>
                  </a:cubicBezTo>
                  <a:cubicBezTo>
                    <a:pt x="6755" y="119744"/>
                    <a:pt x="-2325" y="106124"/>
                    <a:pt x="522" y="92119"/>
                  </a:cubicBezTo>
                  <a:cubicBezTo>
                    <a:pt x="3369" y="78114"/>
                    <a:pt x="16989" y="69034"/>
                    <a:pt x="30994" y="71804"/>
                  </a:cubicBezTo>
                  <a:cubicBezTo>
                    <a:pt x="32995" y="72189"/>
                    <a:pt x="230216" y="110433"/>
                    <a:pt x="284158" y="13323"/>
                  </a:cubicBezTo>
                  <a:cubicBezTo>
                    <a:pt x="291083" y="857"/>
                    <a:pt x="306858" y="-3683"/>
                    <a:pt x="319324" y="3242"/>
                  </a:cubicBezTo>
                  <a:cubicBezTo>
                    <a:pt x="331789" y="10168"/>
                    <a:pt x="336329" y="25942"/>
                    <a:pt x="329404" y="38408"/>
                  </a:cubicBezTo>
                  <a:cubicBezTo>
                    <a:pt x="286851" y="114973"/>
                    <a:pt x="190895" y="131286"/>
                    <a:pt x="117101" y="13128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54">
              <a:extLst>
                <a:ext uri="{FF2B5EF4-FFF2-40B4-BE49-F238E27FC236}">
                  <a16:creationId xmlns:a16="http://schemas.microsoft.com/office/drawing/2014/main" id="{2EBF63A3-4C25-D74C-B13B-401FB57463EE}"/>
                </a:ext>
              </a:extLst>
            </p:cNvPr>
            <p:cNvSpPr/>
            <p:nvPr/>
          </p:nvSpPr>
          <p:spPr>
            <a:xfrm>
              <a:off x="4761149" y="2243807"/>
              <a:ext cx="964871" cy="1405376"/>
            </a:xfrm>
            <a:custGeom>
              <a:avLst/>
              <a:gdLst>
                <a:gd name="connsiteX0" fmla="*/ 479226 w 964871"/>
                <a:gd name="connsiteY0" fmla="*/ 745535 h 1405376"/>
                <a:gd name="connsiteX1" fmla="*/ 288622 w 964871"/>
                <a:gd name="connsiteY1" fmla="*/ 748767 h 1405376"/>
                <a:gd name="connsiteX2" fmla="*/ 29841 w 964871"/>
                <a:gd name="connsiteY2" fmla="*/ 548083 h 1405376"/>
                <a:gd name="connsiteX3" fmla="*/ 137185 w 964871"/>
                <a:gd name="connsiteY3" fmla="*/ 909053 h 1405376"/>
                <a:gd name="connsiteX4" fmla="*/ 308090 w 964871"/>
                <a:gd name="connsiteY4" fmla="*/ 1405376 h 1405376"/>
                <a:gd name="connsiteX5" fmla="*/ 888211 w 964871"/>
                <a:gd name="connsiteY5" fmla="*/ 1266944 h 1405376"/>
                <a:gd name="connsiteX6" fmla="*/ 964853 w 964871"/>
                <a:gd name="connsiteY6" fmla="*/ 748767 h 1405376"/>
                <a:gd name="connsiteX7" fmla="*/ 847582 w 964871"/>
                <a:gd name="connsiteY7" fmla="*/ 580325 h 1405376"/>
                <a:gd name="connsiteX8" fmla="*/ 751319 w 964871"/>
                <a:gd name="connsiteY8" fmla="*/ 137250 h 1405376"/>
                <a:gd name="connsiteX9" fmla="*/ 607577 w 964871"/>
                <a:gd name="connsiteY9" fmla="*/ 5821 h 1405376"/>
                <a:gd name="connsiteX10" fmla="*/ 607577 w 964871"/>
                <a:gd name="connsiteY10" fmla="*/ 476443 h 1405376"/>
                <a:gd name="connsiteX11" fmla="*/ 479303 w 964871"/>
                <a:gd name="connsiteY11" fmla="*/ 745458 h 1405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64871" h="1405376">
                  <a:moveTo>
                    <a:pt x="479226" y="745535"/>
                  </a:moveTo>
                  <a:cubicBezTo>
                    <a:pt x="435210" y="839106"/>
                    <a:pt x="338023" y="839644"/>
                    <a:pt x="288622" y="748767"/>
                  </a:cubicBezTo>
                  <a:cubicBezTo>
                    <a:pt x="165656" y="522459"/>
                    <a:pt x="111715" y="490063"/>
                    <a:pt x="29841" y="548083"/>
                  </a:cubicBezTo>
                  <a:cubicBezTo>
                    <a:pt x="-45493" y="601486"/>
                    <a:pt x="33457" y="706984"/>
                    <a:pt x="137185" y="909053"/>
                  </a:cubicBezTo>
                  <a:cubicBezTo>
                    <a:pt x="195359" y="1022399"/>
                    <a:pt x="308090" y="1405376"/>
                    <a:pt x="308090" y="1405376"/>
                  </a:cubicBezTo>
                  <a:cubicBezTo>
                    <a:pt x="308090" y="1405376"/>
                    <a:pt x="884749" y="1275871"/>
                    <a:pt x="888211" y="1266944"/>
                  </a:cubicBezTo>
                  <a:cubicBezTo>
                    <a:pt x="891674" y="1258018"/>
                    <a:pt x="964007" y="801708"/>
                    <a:pt x="964853" y="748767"/>
                  </a:cubicBezTo>
                  <a:cubicBezTo>
                    <a:pt x="966084" y="666354"/>
                    <a:pt x="904679" y="580710"/>
                    <a:pt x="847582" y="580325"/>
                  </a:cubicBezTo>
                  <a:cubicBezTo>
                    <a:pt x="847582" y="580325"/>
                    <a:pt x="799874" y="377178"/>
                    <a:pt x="751319" y="137250"/>
                  </a:cubicBezTo>
                  <a:cubicBezTo>
                    <a:pt x="737545" y="69227"/>
                    <a:pt x="696531" y="-24344"/>
                    <a:pt x="607577" y="5821"/>
                  </a:cubicBezTo>
                  <a:cubicBezTo>
                    <a:pt x="521240" y="35138"/>
                    <a:pt x="572488" y="199271"/>
                    <a:pt x="607577" y="476443"/>
                  </a:cubicBezTo>
                  <a:cubicBezTo>
                    <a:pt x="608808" y="486370"/>
                    <a:pt x="485535" y="732069"/>
                    <a:pt x="479303" y="745458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55">
              <a:extLst>
                <a:ext uri="{FF2B5EF4-FFF2-40B4-BE49-F238E27FC236}">
                  <a16:creationId xmlns:a16="http://schemas.microsoft.com/office/drawing/2014/main" id="{EAC25415-31CC-4EDB-57EB-7052111540CF}"/>
                </a:ext>
              </a:extLst>
            </p:cNvPr>
            <p:cNvSpPr/>
            <p:nvPr/>
          </p:nvSpPr>
          <p:spPr>
            <a:xfrm>
              <a:off x="5117025" y="2668734"/>
              <a:ext cx="297244" cy="452344"/>
            </a:xfrm>
            <a:custGeom>
              <a:avLst/>
              <a:gdLst>
                <a:gd name="connsiteX0" fmla="*/ 77 w 297244"/>
                <a:gd name="connsiteY0" fmla="*/ 405252 h 452344"/>
                <a:gd name="connsiteX1" fmla="*/ 6002 w 297244"/>
                <a:gd name="connsiteY1" fmla="*/ 227422 h 452344"/>
                <a:gd name="connsiteX2" fmla="*/ 134816 w 297244"/>
                <a:gd name="connsiteY2" fmla="*/ 10194 h 452344"/>
                <a:gd name="connsiteX3" fmla="*/ 293639 w 297244"/>
                <a:gd name="connsiteY3" fmla="*/ 62904 h 452344"/>
                <a:gd name="connsiteX4" fmla="*/ 238081 w 297244"/>
                <a:gd name="connsiteY4" fmla="*/ 385322 h 452344"/>
                <a:gd name="connsiteX5" fmla="*/ 31011 w 297244"/>
                <a:gd name="connsiteY5" fmla="*/ 452345 h 452344"/>
                <a:gd name="connsiteX6" fmla="*/ 0 w 297244"/>
                <a:gd name="connsiteY6" fmla="*/ 405252 h 45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7244" h="452344">
                  <a:moveTo>
                    <a:pt x="77" y="405252"/>
                  </a:moveTo>
                  <a:cubicBezTo>
                    <a:pt x="2616" y="389016"/>
                    <a:pt x="-3232" y="281133"/>
                    <a:pt x="6002" y="227422"/>
                  </a:cubicBezTo>
                  <a:cubicBezTo>
                    <a:pt x="15236" y="173711"/>
                    <a:pt x="96956" y="46129"/>
                    <a:pt x="134816" y="10194"/>
                  </a:cubicBezTo>
                  <a:cubicBezTo>
                    <a:pt x="172674" y="-25742"/>
                    <a:pt x="272786" y="43359"/>
                    <a:pt x="293639" y="62904"/>
                  </a:cubicBezTo>
                  <a:cubicBezTo>
                    <a:pt x="314492" y="82526"/>
                    <a:pt x="238081" y="385322"/>
                    <a:pt x="238081" y="385322"/>
                  </a:cubicBezTo>
                  <a:lnTo>
                    <a:pt x="31011" y="452345"/>
                  </a:lnTo>
                  <a:lnTo>
                    <a:pt x="0" y="405252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56">
              <a:extLst>
                <a:ext uri="{FF2B5EF4-FFF2-40B4-BE49-F238E27FC236}">
                  <a16:creationId xmlns:a16="http://schemas.microsoft.com/office/drawing/2014/main" id="{6DB9C800-B07D-EC33-FE34-FB8DE59E3F36}"/>
                </a:ext>
              </a:extLst>
            </p:cNvPr>
            <p:cNvSpPr/>
            <p:nvPr/>
          </p:nvSpPr>
          <p:spPr>
            <a:xfrm>
              <a:off x="2256178" y="3096686"/>
              <a:ext cx="1954614" cy="2421561"/>
            </a:xfrm>
            <a:custGeom>
              <a:avLst/>
              <a:gdLst>
                <a:gd name="connsiteX0" fmla="*/ 1076237 w 1954614"/>
                <a:gd name="connsiteY0" fmla="*/ 154 h 2421561"/>
                <a:gd name="connsiteX1" fmla="*/ 522509 w 1954614"/>
                <a:gd name="connsiteY1" fmla="*/ 1107610 h 2421561"/>
                <a:gd name="connsiteX2" fmla="*/ 2562 w 1954614"/>
                <a:gd name="connsiteY2" fmla="*/ 2115878 h 2421561"/>
                <a:gd name="connsiteX3" fmla="*/ 1075159 w 1954614"/>
                <a:gd name="connsiteY3" fmla="*/ 2284474 h 2421561"/>
                <a:gd name="connsiteX4" fmla="*/ 1954614 w 1954614"/>
                <a:gd name="connsiteY4" fmla="*/ 263936 h 2421561"/>
                <a:gd name="connsiteX5" fmla="*/ 1512617 w 1954614"/>
                <a:gd name="connsiteY5" fmla="*/ 101342 h 2421561"/>
                <a:gd name="connsiteX6" fmla="*/ 1076237 w 1954614"/>
                <a:gd name="connsiteY6" fmla="*/ 0 h 2421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54614" h="2421561">
                  <a:moveTo>
                    <a:pt x="1076237" y="154"/>
                  </a:moveTo>
                  <a:cubicBezTo>
                    <a:pt x="827074" y="528104"/>
                    <a:pt x="522509" y="1107610"/>
                    <a:pt x="522509" y="1107610"/>
                  </a:cubicBezTo>
                  <a:cubicBezTo>
                    <a:pt x="-62307" y="331113"/>
                    <a:pt x="1407" y="2172974"/>
                    <a:pt x="2562" y="2115878"/>
                  </a:cubicBezTo>
                  <a:cubicBezTo>
                    <a:pt x="299125" y="2549719"/>
                    <a:pt x="897329" y="2439527"/>
                    <a:pt x="1075159" y="2284474"/>
                  </a:cubicBezTo>
                  <a:cubicBezTo>
                    <a:pt x="1346714" y="2047701"/>
                    <a:pt x="1388189" y="1995144"/>
                    <a:pt x="1954614" y="263936"/>
                  </a:cubicBezTo>
                  <a:cubicBezTo>
                    <a:pt x="1954614" y="263936"/>
                    <a:pt x="1821876" y="187680"/>
                    <a:pt x="1512617" y="101342"/>
                  </a:cubicBezTo>
                  <a:cubicBezTo>
                    <a:pt x="1169346" y="5540"/>
                    <a:pt x="1076237" y="0"/>
                    <a:pt x="1076237" y="0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57">
              <a:extLst>
                <a:ext uri="{FF2B5EF4-FFF2-40B4-BE49-F238E27FC236}">
                  <a16:creationId xmlns:a16="http://schemas.microsoft.com/office/drawing/2014/main" id="{11F1F2D8-FAC1-388E-6F42-F34F94DD4849}"/>
                </a:ext>
              </a:extLst>
            </p:cNvPr>
            <p:cNvSpPr/>
            <p:nvPr/>
          </p:nvSpPr>
          <p:spPr>
            <a:xfrm>
              <a:off x="1853820" y="2140666"/>
              <a:ext cx="1165484" cy="1091060"/>
            </a:xfrm>
            <a:custGeom>
              <a:avLst/>
              <a:gdLst>
                <a:gd name="connsiteX0" fmla="*/ 1156330 w 1165484"/>
                <a:gd name="connsiteY0" fmla="*/ 304259 h 1091060"/>
                <a:gd name="connsiteX1" fmla="*/ 1048601 w 1165484"/>
                <a:gd name="connsiteY1" fmla="*/ 85953 h 1091060"/>
                <a:gd name="connsiteX2" fmla="*/ 1027670 w 1165484"/>
                <a:gd name="connsiteY2" fmla="*/ 69332 h 1091060"/>
                <a:gd name="connsiteX3" fmla="*/ 831526 w 1165484"/>
                <a:gd name="connsiteY3" fmla="*/ 3156 h 1091060"/>
                <a:gd name="connsiteX4" fmla="*/ 790281 w 1165484"/>
                <a:gd name="connsiteY4" fmla="*/ 539 h 1091060"/>
                <a:gd name="connsiteX5" fmla="*/ 762887 w 1165484"/>
                <a:gd name="connsiteY5" fmla="*/ 1 h 1091060"/>
                <a:gd name="connsiteX6" fmla="*/ 571899 w 1165484"/>
                <a:gd name="connsiteY6" fmla="*/ 15852 h 1091060"/>
                <a:gd name="connsiteX7" fmla="*/ 545044 w 1165484"/>
                <a:gd name="connsiteY7" fmla="*/ 20238 h 1091060"/>
                <a:gd name="connsiteX8" fmla="*/ 536041 w 1165484"/>
                <a:gd name="connsiteY8" fmla="*/ 21931 h 1091060"/>
                <a:gd name="connsiteX9" fmla="*/ 518650 w 1165484"/>
                <a:gd name="connsiteY9" fmla="*/ 25317 h 1091060"/>
                <a:gd name="connsiteX10" fmla="*/ 508262 w 1165484"/>
                <a:gd name="connsiteY10" fmla="*/ 27549 h 1091060"/>
                <a:gd name="connsiteX11" fmla="*/ 492718 w 1165484"/>
                <a:gd name="connsiteY11" fmla="*/ 31088 h 1091060"/>
                <a:gd name="connsiteX12" fmla="*/ 481945 w 1165484"/>
                <a:gd name="connsiteY12" fmla="*/ 33705 h 1091060"/>
                <a:gd name="connsiteX13" fmla="*/ 467325 w 1165484"/>
                <a:gd name="connsiteY13" fmla="*/ 37552 h 1091060"/>
                <a:gd name="connsiteX14" fmla="*/ 456629 w 1165484"/>
                <a:gd name="connsiteY14" fmla="*/ 40476 h 1091060"/>
                <a:gd name="connsiteX15" fmla="*/ 442239 w 1165484"/>
                <a:gd name="connsiteY15" fmla="*/ 44785 h 1091060"/>
                <a:gd name="connsiteX16" fmla="*/ 432159 w 1165484"/>
                <a:gd name="connsiteY16" fmla="*/ 47863 h 1091060"/>
                <a:gd name="connsiteX17" fmla="*/ 414922 w 1165484"/>
                <a:gd name="connsiteY17" fmla="*/ 53711 h 1091060"/>
                <a:gd name="connsiteX18" fmla="*/ 400148 w 1165484"/>
                <a:gd name="connsiteY18" fmla="*/ 59098 h 1091060"/>
                <a:gd name="connsiteX19" fmla="*/ 386913 w 1165484"/>
                <a:gd name="connsiteY19" fmla="*/ 64177 h 1091060"/>
                <a:gd name="connsiteX20" fmla="*/ 375370 w 1165484"/>
                <a:gd name="connsiteY20" fmla="*/ 69024 h 1091060"/>
                <a:gd name="connsiteX21" fmla="*/ 364905 w 1165484"/>
                <a:gd name="connsiteY21" fmla="*/ 73564 h 1091060"/>
                <a:gd name="connsiteX22" fmla="*/ 353055 w 1165484"/>
                <a:gd name="connsiteY22" fmla="*/ 79028 h 1091060"/>
                <a:gd name="connsiteX23" fmla="*/ 343821 w 1165484"/>
                <a:gd name="connsiteY23" fmla="*/ 83491 h 1091060"/>
                <a:gd name="connsiteX24" fmla="*/ 331817 w 1165484"/>
                <a:gd name="connsiteY24" fmla="*/ 89647 h 1091060"/>
                <a:gd name="connsiteX25" fmla="*/ 323737 w 1165484"/>
                <a:gd name="connsiteY25" fmla="*/ 94033 h 1091060"/>
                <a:gd name="connsiteX26" fmla="*/ 311502 w 1165484"/>
                <a:gd name="connsiteY26" fmla="*/ 100958 h 1091060"/>
                <a:gd name="connsiteX27" fmla="*/ 305192 w 1165484"/>
                <a:gd name="connsiteY27" fmla="*/ 104806 h 1091060"/>
                <a:gd name="connsiteX28" fmla="*/ 259407 w 1165484"/>
                <a:gd name="connsiteY28" fmla="*/ 136509 h 1091060"/>
                <a:gd name="connsiteX29" fmla="*/ 245557 w 1165484"/>
                <a:gd name="connsiteY29" fmla="*/ 147974 h 1091060"/>
                <a:gd name="connsiteX30" fmla="*/ 242017 w 1165484"/>
                <a:gd name="connsiteY30" fmla="*/ 151052 h 1091060"/>
                <a:gd name="connsiteX31" fmla="*/ 230090 w 1165484"/>
                <a:gd name="connsiteY31" fmla="*/ 162056 h 1091060"/>
                <a:gd name="connsiteX32" fmla="*/ 226627 w 1165484"/>
                <a:gd name="connsiteY32" fmla="*/ 165442 h 1091060"/>
                <a:gd name="connsiteX33" fmla="*/ 215085 w 1165484"/>
                <a:gd name="connsiteY33" fmla="*/ 177292 h 1091060"/>
                <a:gd name="connsiteX34" fmla="*/ 212545 w 1165484"/>
                <a:gd name="connsiteY34" fmla="*/ 180062 h 1091060"/>
                <a:gd name="connsiteX35" fmla="*/ 200849 w 1165484"/>
                <a:gd name="connsiteY35" fmla="*/ 193375 h 1091060"/>
                <a:gd name="connsiteX36" fmla="*/ 156603 w 1165484"/>
                <a:gd name="connsiteY36" fmla="*/ 260551 h 1091060"/>
                <a:gd name="connsiteX37" fmla="*/ 147908 w 1165484"/>
                <a:gd name="connsiteY37" fmla="*/ 278865 h 1091060"/>
                <a:gd name="connsiteX38" fmla="*/ 139674 w 1165484"/>
                <a:gd name="connsiteY38" fmla="*/ 298872 h 1091060"/>
                <a:gd name="connsiteX39" fmla="*/ 113204 w 1165484"/>
                <a:gd name="connsiteY39" fmla="*/ 430840 h 1091060"/>
                <a:gd name="connsiteX40" fmla="*/ 112434 w 1165484"/>
                <a:gd name="connsiteY40" fmla="*/ 456234 h 1091060"/>
                <a:gd name="connsiteX41" fmla="*/ 93428 w 1165484"/>
                <a:gd name="connsiteY41" fmla="*/ 335577 h 1091060"/>
                <a:gd name="connsiteX42" fmla="*/ 65495 w 1165484"/>
                <a:gd name="connsiteY42" fmla="*/ 311954 h 1091060"/>
                <a:gd name="connsiteX43" fmla="*/ 41871 w 1165484"/>
                <a:gd name="connsiteY43" fmla="*/ 339886 h 1091060"/>
                <a:gd name="connsiteX44" fmla="*/ 100430 w 1165484"/>
                <a:gd name="connsiteY44" fmla="*/ 602668 h 1091060"/>
                <a:gd name="connsiteX45" fmla="*/ 42795 w 1165484"/>
                <a:gd name="connsiteY45" fmla="*/ 552882 h 1091060"/>
                <a:gd name="connsiteX46" fmla="*/ 6321 w 1165484"/>
                <a:gd name="connsiteY46" fmla="*/ 555499 h 1091060"/>
                <a:gd name="connsiteX47" fmla="*/ 8937 w 1165484"/>
                <a:gd name="connsiteY47" fmla="*/ 591973 h 1091060"/>
                <a:gd name="connsiteX48" fmla="*/ 174224 w 1165484"/>
                <a:gd name="connsiteY48" fmla="*/ 734868 h 1091060"/>
                <a:gd name="connsiteX49" fmla="*/ 191461 w 1165484"/>
                <a:gd name="connsiteY49" fmla="*/ 764647 h 1091060"/>
                <a:gd name="connsiteX50" fmla="*/ 195616 w 1165484"/>
                <a:gd name="connsiteY50" fmla="*/ 771419 h 1091060"/>
                <a:gd name="connsiteX51" fmla="*/ 210083 w 1165484"/>
                <a:gd name="connsiteY51" fmla="*/ 793965 h 1091060"/>
                <a:gd name="connsiteX52" fmla="*/ 213930 w 1165484"/>
                <a:gd name="connsiteY52" fmla="*/ 799813 h 1091060"/>
                <a:gd name="connsiteX53" fmla="*/ 233168 w 1165484"/>
                <a:gd name="connsiteY53" fmla="*/ 826822 h 1091060"/>
                <a:gd name="connsiteX54" fmla="*/ 235399 w 1165484"/>
                <a:gd name="connsiteY54" fmla="*/ 829746 h 1091060"/>
                <a:gd name="connsiteX55" fmla="*/ 253713 w 1165484"/>
                <a:gd name="connsiteY55" fmla="*/ 853524 h 1091060"/>
                <a:gd name="connsiteX56" fmla="*/ 259023 w 1165484"/>
                <a:gd name="connsiteY56" fmla="*/ 860218 h 1091060"/>
                <a:gd name="connsiteX57" fmla="*/ 277491 w 1165484"/>
                <a:gd name="connsiteY57" fmla="*/ 882841 h 1091060"/>
                <a:gd name="connsiteX58" fmla="*/ 280338 w 1165484"/>
                <a:gd name="connsiteY58" fmla="*/ 886304 h 1091060"/>
                <a:gd name="connsiteX59" fmla="*/ 303038 w 1165484"/>
                <a:gd name="connsiteY59" fmla="*/ 913236 h 1091060"/>
                <a:gd name="connsiteX60" fmla="*/ 311194 w 1165484"/>
                <a:gd name="connsiteY60" fmla="*/ 922778 h 1091060"/>
                <a:gd name="connsiteX61" fmla="*/ 330201 w 1165484"/>
                <a:gd name="connsiteY61" fmla="*/ 945093 h 1091060"/>
                <a:gd name="connsiteX62" fmla="*/ 354286 w 1165484"/>
                <a:gd name="connsiteY62" fmla="*/ 973565 h 1091060"/>
                <a:gd name="connsiteX63" fmla="*/ 402379 w 1165484"/>
                <a:gd name="connsiteY63" fmla="*/ 1073291 h 1091060"/>
                <a:gd name="connsiteX64" fmla="*/ 615068 w 1165484"/>
                <a:gd name="connsiteY64" fmla="*/ 1062672 h 1091060"/>
                <a:gd name="connsiteX65" fmla="*/ 627226 w 1165484"/>
                <a:gd name="connsiteY65" fmla="*/ 1056824 h 1091060"/>
                <a:gd name="connsiteX66" fmla="*/ 743573 w 1165484"/>
                <a:gd name="connsiteY66" fmla="*/ 1051899 h 1091060"/>
                <a:gd name="connsiteX67" fmla="*/ 750345 w 1165484"/>
                <a:gd name="connsiteY67" fmla="*/ 1051053 h 1091060"/>
                <a:gd name="connsiteX68" fmla="*/ 1069531 w 1165484"/>
                <a:gd name="connsiteY68" fmla="*/ 805661 h 1091060"/>
                <a:gd name="connsiteX69" fmla="*/ 1088076 w 1165484"/>
                <a:gd name="connsiteY69" fmla="*/ 769649 h 1091060"/>
                <a:gd name="connsiteX70" fmla="*/ 1111699 w 1165484"/>
                <a:gd name="connsiteY70" fmla="*/ 714168 h 1091060"/>
                <a:gd name="connsiteX71" fmla="*/ 1121933 w 1165484"/>
                <a:gd name="connsiteY71" fmla="*/ 685543 h 1091060"/>
                <a:gd name="connsiteX72" fmla="*/ 1156407 w 1165484"/>
                <a:gd name="connsiteY72" fmla="*/ 304259 h 1091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1165484" h="1091060">
                  <a:moveTo>
                    <a:pt x="1156330" y="304259"/>
                  </a:moveTo>
                  <a:cubicBezTo>
                    <a:pt x="1139939" y="204532"/>
                    <a:pt x="1102773" y="133893"/>
                    <a:pt x="1048601" y="85953"/>
                  </a:cubicBezTo>
                  <a:cubicBezTo>
                    <a:pt x="1041906" y="80028"/>
                    <a:pt x="1034904" y="74565"/>
                    <a:pt x="1027670" y="69332"/>
                  </a:cubicBezTo>
                  <a:cubicBezTo>
                    <a:pt x="974960" y="31011"/>
                    <a:pt x="908706" y="10466"/>
                    <a:pt x="831526" y="3156"/>
                  </a:cubicBezTo>
                  <a:cubicBezTo>
                    <a:pt x="818137" y="1924"/>
                    <a:pt x="804363" y="1001"/>
                    <a:pt x="790281" y="539"/>
                  </a:cubicBezTo>
                  <a:cubicBezTo>
                    <a:pt x="781278" y="232"/>
                    <a:pt x="772198" y="1"/>
                    <a:pt x="762887" y="1"/>
                  </a:cubicBezTo>
                  <a:cubicBezTo>
                    <a:pt x="704021" y="-76"/>
                    <a:pt x="639999" y="5772"/>
                    <a:pt x="571899" y="15852"/>
                  </a:cubicBezTo>
                  <a:cubicBezTo>
                    <a:pt x="562434" y="17237"/>
                    <a:pt x="553662" y="18699"/>
                    <a:pt x="545044" y="20238"/>
                  </a:cubicBezTo>
                  <a:cubicBezTo>
                    <a:pt x="542043" y="20777"/>
                    <a:pt x="539042" y="21393"/>
                    <a:pt x="536041" y="21931"/>
                  </a:cubicBezTo>
                  <a:cubicBezTo>
                    <a:pt x="530192" y="23009"/>
                    <a:pt x="524421" y="24086"/>
                    <a:pt x="518650" y="25317"/>
                  </a:cubicBezTo>
                  <a:cubicBezTo>
                    <a:pt x="515187" y="26010"/>
                    <a:pt x="511725" y="26779"/>
                    <a:pt x="508262" y="27549"/>
                  </a:cubicBezTo>
                  <a:cubicBezTo>
                    <a:pt x="503029" y="28703"/>
                    <a:pt x="497874" y="29857"/>
                    <a:pt x="492718" y="31088"/>
                  </a:cubicBezTo>
                  <a:cubicBezTo>
                    <a:pt x="489101" y="31935"/>
                    <a:pt x="485562" y="32781"/>
                    <a:pt x="481945" y="33705"/>
                  </a:cubicBezTo>
                  <a:cubicBezTo>
                    <a:pt x="477020" y="34936"/>
                    <a:pt x="472173" y="36244"/>
                    <a:pt x="467325" y="37552"/>
                  </a:cubicBezTo>
                  <a:cubicBezTo>
                    <a:pt x="463785" y="38475"/>
                    <a:pt x="460168" y="39476"/>
                    <a:pt x="456629" y="40476"/>
                  </a:cubicBezTo>
                  <a:cubicBezTo>
                    <a:pt x="451781" y="41861"/>
                    <a:pt x="447010" y="43323"/>
                    <a:pt x="442239" y="44785"/>
                  </a:cubicBezTo>
                  <a:cubicBezTo>
                    <a:pt x="438853" y="45786"/>
                    <a:pt x="435468" y="46786"/>
                    <a:pt x="432159" y="47863"/>
                  </a:cubicBezTo>
                  <a:cubicBezTo>
                    <a:pt x="426311" y="49710"/>
                    <a:pt x="420616" y="51711"/>
                    <a:pt x="414922" y="53711"/>
                  </a:cubicBezTo>
                  <a:cubicBezTo>
                    <a:pt x="409921" y="55481"/>
                    <a:pt x="404996" y="57251"/>
                    <a:pt x="400148" y="59098"/>
                  </a:cubicBezTo>
                  <a:cubicBezTo>
                    <a:pt x="395685" y="60791"/>
                    <a:pt x="391222" y="62407"/>
                    <a:pt x="386913" y="64177"/>
                  </a:cubicBezTo>
                  <a:cubicBezTo>
                    <a:pt x="383065" y="65716"/>
                    <a:pt x="379218" y="67408"/>
                    <a:pt x="375370" y="69024"/>
                  </a:cubicBezTo>
                  <a:cubicBezTo>
                    <a:pt x="371907" y="70486"/>
                    <a:pt x="368368" y="72025"/>
                    <a:pt x="364905" y="73564"/>
                  </a:cubicBezTo>
                  <a:cubicBezTo>
                    <a:pt x="360904" y="75334"/>
                    <a:pt x="356979" y="77181"/>
                    <a:pt x="353055" y="79028"/>
                  </a:cubicBezTo>
                  <a:cubicBezTo>
                    <a:pt x="349977" y="80490"/>
                    <a:pt x="346822" y="82029"/>
                    <a:pt x="343821" y="83491"/>
                  </a:cubicBezTo>
                  <a:cubicBezTo>
                    <a:pt x="339820" y="85492"/>
                    <a:pt x="335818" y="87569"/>
                    <a:pt x="331817" y="89647"/>
                  </a:cubicBezTo>
                  <a:cubicBezTo>
                    <a:pt x="329124" y="91109"/>
                    <a:pt x="326430" y="92571"/>
                    <a:pt x="323737" y="94033"/>
                  </a:cubicBezTo>
                  <a:cubicBezTo>
                    <a:pt x="319582" y="96264"/>
                    <a:pt x="315504" y="98573"/>
                    <a:pt x="311502" y="100958"/>
                  </a:cubicBezTo>
                  <a:cubicBezTo>
                    <a:pt x="309348" y="102190"/>
                    <a:pt x="307347" y="103498"/>
                    <a:pt x="305192" y="104806"/>
                  </a:cubicBezTo>
                  <a:cubicBezTo>
                    <a:pt x="289110" y="114578"/>
                    <a:pt x="273797" y="125120"/>
                    <a:pt x="259407" y="136509"/>
                  </a:cubicBezTo>
                  <a:cubicBezTo>
                    <a:pt x="254098" y="140664"/>
                    <a:pt x="249866" y="144358"/>
                    <a:pt x="245557" y="147974"/>
                  </a:cubicBezTo>
                  <a:cubicBezTo>
                    <a:pt x="244402" y="148975"/>
                    <a:pt x="243171" y="149975"/>
                    <a:pt x="242017" y="151052"/>
                  </a:cubicBezTo>
                  <a:cubicBezTo>
                    <a:pt x="237939" y="154669"/>
                    <a:pt x="234014" y="158363"/>
                    <a:pt x="230090" y="162056"/>
                  </a:cubicBezTo>
                  <a:cubicBezTo>
                    <a:pt x="228935" y="163210"/>
                    <a:pt x="227781" y="164288"/>
                    <a:pt x="226627" y="165442"/>
                  </a:cubicBezTo>
                  <a:cubicBezTo>
                    <a:pt x="222703" y="169289"/>
                    <a:pt x="218855" y="173214"/>
                    <a:pt x="215085" y="177292"/>
                  </a:cubicBezTo>
                  <a:cubicBezTo>
                    <a:pt x="214238" y="178216"/>
                    <a:pt x="213392" y="179139"/>
                    <a:pt x="212545" y="180062"/>
                  </a:cubicBezTo>
                  <a:cubicBezTo>
                    <a:pt x="208544" y="184448"/>
                    <a:pt x="204619" y="188835"/>
                    <a:pt x="200849" y="193375"/>
                  </a:cubicBezTo>
                  <a:cubicBezTo>
                    <a:pt x="183766" y="213920"/>
                    <a:pt x="168992" y="236235"/>
                    <a:pt x="156603" y="260551"/>
                  </a:cubicBezTo>
                  <a:cubicBezTo>
                    <a:pt x="153371" y="266938"/>
                    <a:pt x="150601" y="272863"/>
                    <a:pt x="147908" y="278865"/>
                  </a:cubicBezTo>
                  <a:cubicBezTo>
                    <a:pt x="144599" y="286406"/>
                    <a:pt x="142060" y="292562"/>
                    <a:pt x="139674" y="298872"/>
                  </a:cubicBezTo>
                  <a:cubicBezTo>
                    <a:pt x="124746" y="338655"/>
                    <a:pt x="115743" y="382362"/>
                    <a:pt x="113204" y="430840"/>
                  </a:cubicBezTo>
                  <a:cubicBezTo>
                    <a:pt x="112742" y="440151"/>
                    <a:pt x="112511" y="448154"/>
                    <a:pt x="112434" y="456234"/>
                  </a:cubicBezTo>
                  <a:cubicBezTo>
                    <a:pt x="98198" y="388903"/>
                    <a:pt x="93582" y="336654"/>
                    <a:pt x="93428" y="335577"/>
                  </a:cubicBezTo>
                  <a:cubicBezTo>
                    <a:pt x="92196" y="321341"/>
                    <a:pt x="79731" y="310722"/>
                    <a:pt x="65495" y="311954"/>
                  </a:cubicBezTo>
                  <a:cubicBezTo>
                    <a:pt x="51259" y="313108"/>
                    <a:pt x="40640" y="325651"/>
                    <a:pt x="41871" y="339886"/>
                  </a:cubicBezTo>
                  <a:cubicBezTo>
                    <a:pt x="42487" y="347581"/>
                    <a:pt x="54183" y="480550"/>
                    <a:pt x="100430" y="602668"/>
                  </a:cubicBezTo>
                  <a:lnTo>
                    <a:pt x="42795" y="552882"/>
                  </a:lnTo>
                  <a:cubicBezTo>
                    <a:pt x="31945" y="543494"/>
                    <a:pt x="15632" y="544726"/>
                    <a:pt x="6321" y="555499"/>
                  </a:cubicBezTo>
                  <a:cubicBezTo>
                    <a:pt x="-3067" y="566348"/>
                    <a:pt x="-1836" y="582662"/>
                    <a:pt x="8937" y="591973"/>
                  </a:cubicBezTo>
                  <a:lnTo>
                    <a:pt x="174224" y="734868"/>
                  </a:lnTo>
                  <a:cubicBezTo>
                    <a:pt x="180226" y="745410"/>
                    <a:pt x="185767" y="755105"/>
                    <a:pt x="191461" y="764647"/>
                  </a:cubicBezTo>
                  <a:cubicBezTo>
                    <a:pt x="192846" y="766956"/>
                    <a:pt x="194231" y="769187"/>
                    <a:pt x="195616" y="771419"/>
                  </a:cubicBezTo>
                  <a:cubicBezTo>
                    <a:pt x="200310" y="779037"/>
                    <a:pt x="205081" y="786578"/>
                    <a:pt x="210083" y="793965"/>
                  </a:cubicBezTo>
                  <a:cubicBezTo>
                    <a:pt x="211391" y="795888"/>
                    <a:pt x="212622" y="797889"/>
                    <a:pt x="213930" y="799813"/>
                  </a:cubicBezTo>
                  <a:cubicBezTo>
                    <a:pt x="220163" y="808893"/>
                    <a:pt x="226550" y="817973"/>
                    <a:pt x="233168" y="826822"/>
                  </a:cubicBezTo>
                  <a:cubicBezTo>
                    <a:pt x="233860" y="827822"/>
                    <a:pt x="234630" y="828746"/>
                    <a:pt x="235399" y="829746"/>
                  </a:cubicBezTo>
                  <a:cubicBezTo>
                    <a:pt x="241401" y="837749"/>
                    <a:pt x="247480" y="845675"/>
                    <a:pt x="253713" y="853524"/>
                  </a:cubicBezTo>
                  <a:cubicBezTo>
                    <a:pt x="255483" y="855755"/>
                    <a:pt x="257253" y="857987"/>
                    <a:pt x="259023" y="860218"/>
                  </a:cubicBezTo>
                  <a:cubicBezTo>
                    <a:pt x="265102" y="867759"/>
                    <a:pt x="271258" y="875300"/>
                    <a:pt x="277491" y="882841"/>
                  </a:cubicBezTo>
                  <a:cubicBezTo>
                    <a:pt x="278414" y="883995"/>
                    <a:pt x="279337" y="885150"/>
                    <a:pt x="280338" y="886304"/>
                  </a:cubicBezTo>
                  <a:cubicBezTo>
                    <a:pt x="287802" y="895230"/>
                    <a:pt x="295343" y="904233"/>
                    <a:pt x="303038" y="913236"/>
                  </a:cubicBezTo>
                  <a:cubicBezTo>
                    <a:pt x="305731" y="916391"/>
                    <a:pt x="308424" y="919623"/>
                    <a:pt x="311194" y="922778"/>
                  </a:cubicBezTo>
                  <a:cubicBezTo>
                    <a:pt x="317504" y="930165"/>
                    <a:pt x="323814" y="937629"/>
                    <a:pt x="330201" y="945093"/>
                  </a:cubicBezTo>
                  <a:cubicBezTo>
                    <a:pt x="338204" y="954481"/>
                    <a:pt x="346206" y="963869"/>
                    <a:pt x="354286" y="973565"/>
                  </a:cubicBezTo>
                  <a:cubicBezTo>
                    <a:pt x="396531" y="1023966"/>
                    <a:pt x="402379" y="1073291"/>
                    <a:pt x="402379" y="1073291"/>
                  </a:cubicBezTo>
                  <a:cubicBezTo>
                    <a:pt x="402379" y="1073291"/>
                    <a:pt x="490871" y="1119615"/>
                    <a:pt x="615068" y="1062672"/>
                  </a:cubicBezTo>
                  <a:cubicBezTo>
                    <a:pt x="619069" y="1060825"/>
                    <a:pt x="623147" y="1058902"/>
                    <a:pt x="627226" y="1056824"/>
                  </a:cubicBezTo>
                  <a:cubicBezTo>
                    <a:pt x="665393" y="1058902"/>
                    <a:pt x="704329" y="1057286"/>
                    <a:pt x="743573" y="1051899"/>
                  </a:cubicBezTo>
                  <a:cubicBezTo>
                    <a:pt x="745805" y="1051591"/>
                    <a:pt x="748113" y="1051438"/>
                    <a:pt x="750345" y="1051053"/>
                  </a:cubicBezTo>
                  <a:cubicBezTo>
                    <a:pt x="892778" y="1029892"/>
                    <a:pt x="999815" y="932704"/>
                    <a:pt x="1069531" y="805661"/>
                  </a:cubicBezTo>
                  <a:cubicBezTo>
                    <a:pt x="1075995" y="793888"/>
                    <a:pt x="1082227" y="781961"/>
                    <a:pt x="1088076" y="769649"/>
                  </a:cubicBezTo>
                  <a:cubicBezTo>
                    <a:pt x="1096617" y="751566"/>
                    <a:pt x="1104543" y="733098"/>
                    <a:pt x="1111699" y="714168"/>
                  </a:cubicBezTo>
                  <a:cubicBezTo>
                    <a:pt x="1115316" y="704703"/>
                    <a:pt x="1118701" y="695162"/>
                    <a:pt x="1121933" y="685543"/>
                  </a:cubicBezTo>
                  <a:cubicBezTo>
                    <a:pt x="1163871" y="560577"/>
                    <a:pt x="1175875" y="422761"/>
                    <a:pt x="1156407" y="304259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9" name="자유형: 도형 58">
              <a:extLst>
                <a:ext uri="{FF2B5EF4-FFF2-40B4-BE49-F238E27FC236}">
                  <a16:creationId xmlns:a16="http://schemas.microsoft.com/office/drawing/2014/main" id="{C7D41FBF-3D00-6945-88E3-BB6E8FB2FDF8}"/>
                </a:ext>
              </a:extLst>
            </p:cNvPr>
            <p:cNvSpPr/>
            <p:nvPr/>
          </p:nvSpPr>
          <p:spPr>
            <a:xfrm>
              <a:off x="2256200" y="2450049"/>
              <a:ext cx="878287" cy="1024997"/>
            </a:xfrm>
            <a:custGeom>
              <a:avLst/>
              <a:gdLst>
                <a:gd name="connsiteX0" fmla="*/ 829438 w 878287"/>
                <a:gd name="connsiteY0" fmla="*/ 295902 h 1024997"/>
                <a:gd name="connsiteX1" fmla="*/ 756643 w 878287"/>
                <a:gd name="connsiteY1" fmla="*/ 12343 h 1024997"/>
                <a:gd name="connsiteX2" fmla="*/ 451308 w 878287"/>
                <a:gd name="connsiteY2" fmla="*/ 262 h 1024997"/>
                <a:gd name="connsiteX3" fmla="*/ 430840 w 878287"/>
                <a:gd name="connsiteY3" fmla="*/ 22116 h 1024997"/>
                <a:gd name="connsiteX4" fmla="*/ 293793 w 878287"/>
                <a:gd name="connsiteY4" fmla="*/ 378084 h 1024997"/>
                <a:gd name="connsiteX5" fmla="*/ 0 w 878287"/>
                <a:gd name="connsiteY5" fmla="*/ 763754 h 1024997"/>
                <a:gd name="connsiteX6" fmla="*/ 4155 w 878287"/>
                <a:gd name="connsiteY6" fmla="*/ 1019919 h 1024997"/>
                <a:gd name="connsiteX7" fmla="*/ 643528 w 878287"/>
                <a:gd name="connsiteY7" fmla="*/ 1024997 h 1024997"/>
                <a:gd name="connsiteX8" fmla="*/ 635217 w 878287"/>
                <a:gd name="connsiteY8" fmla="*/ 829007 h 1024997"/>
                <a:gd name="connsiteX9" fmla="*/ 829438 w 878287"/>
                <a:gd name="connsiteY9" fmla="*/ 745979 h 1024997"/>
                <a:gd name="connsiteX10" fmla="*/ 829438 w 878287"/>
                <a:gd name="connsiteY10" fmla="*/ 295825 h 1024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78287" h="1024997">
                  <a:moveTo>
                    <a:pt x="829438" y="295902"/>
                  </a:moveTo>
                  <a:cubicBezTo>
                    <a:pt x="791040" y="110531"/>
                    <a:pt x="756643" y="12343"/>
                    <a:pt x="756643" y="12343"/>
                  </a:cubicBezTo>
                  <a:cubicBezTo>
                    <a:pt x="629523" y="26348"/>
                    <a:pt x="505404" y="9496"/>
                    <a:pt x="451308" y="262"/>
                  </a:cubicBezTo>
                  <a:cubicBezTo>
                    <a:pt x="438612" y="-1892"/>
                    <a:pt x="427839" y="9573"/>
                    <a:pt x="430840" y="22116"/>
                  </a:cubicBezTo>
                  <a:cubicBezTo>
                    <a:pt x="479549" y="227417"/>
                    <a:pt x="293793" y="378084"/>
                    <a:pt x="293793" y="378084"/>
                  </a:cubicBezTo>
                  <a:cubicBezTo>
                    <a:pt x="293100" y="699194"/>
                    <a:pt x="46862" y="755905"/>
                    <a:pt x="0" y="763754"/>
                  </a:cubicBezTo>
                  <a:cubicBezTo>
                    <a:pt x="2309" y="903340"/>
                    <a:pt x="4155" y="1019919"/>
                    <a:pt x="4155" y="1019919"/>
                  </a:cubicBezTo>
                  <a:lnTo>
                    <a:pt x="643528" y="1024997"/>
                  </a:lnTo>
                  <a:lnTo>
                    <a:pt x="635217" y="829007"/>
                  </a:lnTo>
                  <a:cubicBezTo>
                    <a:pt x="635217" y="829007"/>
                    <a:pt x="749410" y="834317"/>
                    <a:pt x="829438" y="745979"/>
                  </a:cubicBezTo>
                  <a:cubicBezTo>
                    <a:pt x="903694" y="664028"/>
                    <a:pt x="884764" y="562839"/>
                    <a:pt x="829438" y="295825"/>
                  </a:cubicBez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0" name="자유형: 도형 59">
              <a:extLst>
                <a:ext uri="{FF2B5EF4-FFF2-40B4-BE49-F238E27FC236}">
                  <a16:creationId xmlns:a16="http://schemas.microsoft.com/office/drawing/2014/main" id="{372E9A2A-8010-2264-815A-247D2EC1034F}"/>
                </a:ext>
              </a:extLst>
            </p:cNvPr>
            <p:cNvSpPr/>
            <p:nvPr/>
          </p:nvSpPr>
          <p:spPr>
            <a:xfrm>
              <a:off x="2826690" y="2545507"/>
              <a:ext cx="192761" cy="101410"/>
            </a:xfrm>
            <a:custGeom>
              <a:avLst/>
              <a:gdLst>
                <a:gd name="connsiteX0" fmla="*/ 25791 w 192761"/>
                <a:gd name="connsiteY0" fmla="*/ 101410 h 101410"/>
                <a:gd name="connsiteX1" fmla="*/ 11017 w 192761"/>
                <a:gd name="connsiteY1" fmla="*/ 96717 h 101410"/>
                <a:gd name="connsiteX2" fmla="*/ 4630 w 192761"/>
                <a:gd name="connsiteY2" fmla="*/ 60858 h 101410"/>
                <a:gd name="connsiteX3" fmla="*/ 177843 w 192761"/>
                <a:gd name="connsiteY3" fmla="*/ 13996 h 101410"/>
                <a:gd name="connsiteX4" fmla="*/ 190309 w 192761"/>
                <a:gd name="connsiteY4" fmla="*/ 48392 h 101410"/>
                <a:gd name="connsiteX5" fmla="*/ 155912 w 192761"/>
                <a:gd name="connsiteY5" fmla="*/ 60858 h 101410"/>
                <a:gd name="connsiteX6" fmla="*/ 47106 w 192761"/>
                <a:gd name="connsiteY6" fmla="*/ 90484 h 101410"/>
                <a:gd name="connsiteX7" fmla="*/ 25945 w 192761"/>
                <a:gd name="connsiteY7" fmla="*/ 101410 h 10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2761" h="101410">
                  <a:moveTo>
                    <a:pt x="25791" y="101410"/>
                  </a:moveTo>
                  <a:cubicBezTo>
                    <a:pt x="20635" y="101410"/>
                    <a:pt x="15480" y="99871"/>
                    <a:pt x="11017" y="96717"/>
                  </a:cubicBezTo>
                  <a:cubicBezTo>
                    <a:pt x="-603" y="88560"/>
                    <a:pt x="-3527" y="72554"/>
                    <a:pt x="4630" y="60858"/>
                  </a:cubicBezTo>
                  <a:cubicBezTo>
                    <a:pt x="27792" y="27462"/>
                    <a:pt x="93737" y="-25402"/>
                    <a:pt x="177843" y="13996"/>
                  </a:cubicBezTo>
                  <a:cubicBezTo>
                    <a:pt x="190770" y="20075"/>
                    <a:pt x="196388" y="35465"/>
                    <a:pt x="190309" y="48392"/>
                  </a:cubicBezTo>
                  <a:cubicBezTo>
                    <a:pt x="184230" y="61320"/>
                    <a:pt x="168763" y="66937"/>
                    <a:pt x="155912" y="60858"/>
                  </a:cubicBezTo>
                  <a:cubicBezTo>
                    <a:pt x="91967" y="30848"/>
                    <a:pt x="51492" y="84328"/>
                    <a:pt x="47106" y="90484"/>
                  </a:cubicBezTo>
                  <a:cubicBezTo>
                    <a:pt x="42104" y="97563"/>
                    <a:pt x="34024" y="101410"/>
                    <a:pt x="25945" y="101410"/>
                  </a:cubicBezTo>
                  <a:close/>
                </a:path>
              </a:pathLst>
            </a:custGeom>
            <a:solidFill>
              <a:srgbClr val="A03C3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E4CEB039-134F-0795-4985-CBF7C52AF0F6}"/>
                </a:ext>
              </a:extLst>
            </p:cNvPr>
            <p:cNvSpPr/>
            <p:nvPr/>
          </p:nvSpPr>
          <p:spPr>
            <a:xfrm>
              <a:off x="3069324" y="2705091"/>
              <a:ext cx="71309" cy="205147"/>
            </a:xfrm>
            <a:custGeom>
              <a:avLst/>
              <a:gdLst>
                <a:gd name="connsiteX0" fmla="*/ 77 w 71309"/>
                <a:gd name="connsiteY0" fmla="*/ 0 h 205147"/>
                <a:gd name="connsiteX1" fmla="*/ 70486 w 71309"/>
                <a:gd name="connsiteY1" fmla="*/ 102574 h 205147"/>
                <a:gd name="connsiteX2" fmla="*/ 38398 w 71309"/>
                <a:gd name="connsiteY2" fmla="*/ 205147 h 205147"/>
                <a:gd name="connsiteX3" fmla="*/ 0 w 71309"/>
                <a:gd name="connsiteY3" fmla="*/ 77 h 2051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309" h="205147">
                  <a:moveTo>
                    <a:pt x="77" y="0"/>
                  </a:moveTo>
                  <a:cubicBezTo>
                    <a:pt x="77" y="0"/>
                    <a:pt x="63560" y="72102"/>
                    <a:pt x="70486" y="102574"/>
                  </a:cubicBezTo>
                  <a:cubicBezTo>
                    <a:pt x="77411" y="133046"/>
                    <a:pt x="38398" y="205147"/>
                    <a:pt x="38398" y="205147"/>
                  </a:cubicBezTo>
                  <a:lnTo>
                    <a:pt x="0" y="77"/>
                  </a:lnTo>
                  <a:close/>
                </a:path>
              </a:pathLst>
            </a:custGeom>
            <a:solidFill>
              <a:srgbClr val="FFBDBD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grpSp>
          <p:nvGrpSpPr>
            <p:cNvPr id="62" name="그래픽 42">
              <a:extLst>
                <a:ext uri="{FF2B5EF4-FFF2-40B4-BE49-F238E27FC236}">
                  <a16:creationId xmlns:a16="http://schemas.microsoft.com/office/drawing/2014/main" id="{7576F1BF-6C64-CD51-9CCA-145EC81D2986}"/>
                </a:ext>
              </a:extLst>
            </p:cNvPr>
            <p:cNvGrpSpPr/>
            <p:nvPr/>
          </p:nvGrpSpPr>
          <p:grpSpPr>
            <a:xfrm>
              <a:off x="2391100" y="2698372"/>
              <a:ext cx="252379" cy="237052"/>
              <a:chOff x="2391100" y="2698372"/>
              <a:chExt cx="252379" cy="237052"/>
            </a:xfrm>
          </p:grpSpPr>
          <p:sp>
            <p:nvSpPr>
              <p:cNvPr id="63" name="자유형: 도형 62">
                <a:extLst>
                  <a:ext uri="{FF2B5EF4-FFF2-40B4-BE49-F238E27FC236}">
                    <a16:creationId xmlns:a16="http://schemas.microsoft.com/office/drawing/2014/main" id="{2269A1F5-9F3E-620A-F41C-7DEC6045C89E}"/>
                  </a:ext>
                </a:extLst>
              </p:cNvPr>
              <p:cNvSpPr/>
              <p:nvPr/>
            </p:nvSpPr>
            <p:spPr>
              <a:xfrm>
                <a:off x="2391100" y="2698372"/>
                <a:ext cx="252379" cy="237052"/>
              </a:xfrm>
              <a:custGeom>
                <a:avLst/>
                <a:gdLst>
                  <a:gd name="connsiteX0" fmla="*/ 17999 w 252379"/>
                  <a:gd name="connsiteY0" fmla="*/ 33420 h 237052"/>
                  <a:gd name="connsiteX1" fmla="*/ 61321 w 252379"/>
                  <a:gd name="connsiteY1" fmla="*/ 201016 h 237052"/>
                  <a:gd name="connsiteX2" fmla="*/ 234380 w 252379"/>
                  <a:gd name="connsiteY2" fmla="*/ 203632 h 237052"/>
                  <a:gd name="connsiteX3" fmla="*/ 191058 w 252379"/>
                  <a:gd name="connsiteY3" fmla="*/ 36036 h 237052"/>
                  <a:gd name="connsiteX4" fmla="*/ 17999 w 252379"/>
                  <a:gd name="connsiteY4" fmla="*/ 33420 h 237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52379" h="237052">
                    <a:moveTo>
                      <a:pt x="17999" y="33420"/>
                    </a:moveTo>
                    <a:cubicBezTo>
                      <a:pt x="-17860" y="78974"/>
                      <a:pt x="1532" y="154000"/>
                      <a:pt x="61321" y="201016"/>
                    </a:cubicBezTo>
                    <a:cubicBezTo>
                      <a:pt x="121111" y="248032"/>
                      <a:pt x="198599" y="249186"/>
                      <a:pt x="234380" y="203632"/>
                    </a:cubicBezTo>
                    <a:cubicBezTo>
                      <a:pt x="270239" y="158078"/>
                      <a:pt x="250848" y="83052"/>
                      <a:pt x="191058" y="36036"/>
                    </a:cubicBezTo>
                    <a:cubicBezTo>
                      <a:pt x="131268" y="-10980"/>
                      <a:pt x="53780" y="-12134"/>
                      <a:pt x="17999" y="33420"/>
                    </a:cubicBezTo>
                    <a:close/>
                  </a:path>
                </a:pathLst>
              </a:custGeom>
              <a:solidFill>
                <a:srgbClr val="FFBDBD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ADEAFC4B-52C6-9700-24A5-AFC28D3AF57F}"/>
                  </a:ext>
                </a:extLst>
              </p:cNvPr>
              <p:cNvSpPr/>
              <p:nvPr/>
            </p:nvSpPr>
            <p:spPr>
              <a:xfrm>
                <a:off x="2426626" y="2720269"/>
                <a:ext cx="155504" cy="73160"/>
              </a:xfrm>
              <a:custGeom>
                <a:avLst/>
                <a:gdLst>
                  <a:gd name="connsiteX0" fmla="*/ 129523 w 155504"/>
                  <a:gd name="connsiteY0" fmla="*/ 73160 h 73160"/>
                  <a:gd name="connsiteX1" fmla="*/ 113594 w 155504"/>
                  <a:gd name="connsiteY1" fmla="*/ 67620 h 73160"/>
                  <a:gd name="connsiteX2" fmla="*/ 46187 w 155504"/>
                  <a:gd name="connsiteY2" fmla="*/ 61695 h 73160"/>
                  <a:gd name="connsiteX3" fmla="*/ 9867 w 155504"/>
                  <a:gd name="connsiteY3" fmla="*/ 66004 h 73160"/>
                  <a:gd name="connsiteX4" fmla="*/ 5558 w 155504"/>
                  <a:gd name="connsiteY4" fmla="*/ 29684 h 73160"/>
                  <a:gd name="connsiteX5" fmla="*/ 145605 w 155504"/>
                  <a:gd name="connsiteY5" fmla="*/ 26914 h 73160"/>
                  <a:gd name="connsiteX6" fmla="*/ 149915 w 155504"/>
                  <a:gd name="connsiteY6" fmla="*/ 63234 h 73160"/>
                  <a:gd name="connsiteX7" fmla="*/ 129523 w 155504"/>
                  <a:gd name="connsiteY7" fmla="*/ 73160 h 7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504" h="73160">
                    <a:moveTo>
                      <a:pt x="129523" y="73160"/>
                    </a:moveTo>
                    <a:cubicBezTo>
                      <a:pt x="123983" y="73160"/>
                      <a:pt x="118288" y="71314"/>
                      <a:pt x="113594" y="67620"/>
                    </a:cubicBezTo>
                    <a:cubicBezTo>
                      <a:pt x="89432" y="48690"/>
                      <a:pt x="58653" y="45920"/>
                      <a:pt x="46187" y="61695"/>
                    </a:cubicBezTo>
                    <a:cubicBezTo>
                      <a:pt x="37338" y="72853"/>
                      <a:pt x="21101" y="74853"/>
                      <a:pt x="9867" y="66004"/>
                    </a:cubicBezTo>
                    <a:cubicBezTo>
                      <a:pt x="-1368" y="57155"/>
                      <a:pt x="-3292" y="40919"/>
                      <a:pt x="5558" y="29684"/>
                    </a:cubicBezTo>
                    <a:cubicBezTo>
                      <a:pt x="35876" y="-8791"/>
                      <a:pt x="98666" y="-10022"/>
                      <a:pt x="145605" y="26914"/>
                    </a:cubicBezTo>
                    <a:cubicBezTo>
                      <a:pt x="156840" y="35763"/>
                      <a:pt x="158841" y="51999"/>
                      <a:pt x="149915" y="63234"/>
                    </a:cubicBezTo>
                    <a:cubicBezTo>
                      <a:pt x="144836" y="69698"/>
                      <a:pt x="137218" y="73160"/>
                      <a:pt x="129523" y="73160"/>
                    </a:cubicBezTo>
                    <a:close/>
                  </a:path>
                </a:pathLst>
              </a:custGeom>
              <a:solidFill>
                <a:srgbClr val="ED5858"/>
              </a:solidFill>
              <a:ln w="768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A084E5E5-9AF3-1C25-B7C5-B172D77C6D7A}"/>
                </a:ext>
              </a:extLst>
            </p:cNvPr>
            <p:cNvSpPr/>
            <p:nvPr/>
          </p:nvSpPr>
          <p:spPr>
            <a:xfrm>
              <a:off x="2757573" y="3251676"/>
              <a:ext cx="149229" cy="59314"/>
            </a:xfrm>
            <a:custGeom>
              <a:avLst/>
              <a:gdLst>
                <a:gd name="connsiteX0" fmla="*/ 109990 w 149229"/>
                <a:gd name="connsiteY0" fmla="*/ 59314 h 59314"/>
                <a:gd name="connsiteX1" fmla="*/ 22190 w 149229"/>
                <a:gd name="connsiteY1" fmla="*/ 51542 h 59314"/>
                <a:gd name="connsiteX2" fmla="*/ 260 w 149229"/>
                <a:gd name="connsiteY2" fmla="*/ 22225 h 59314"/>
                <a:gd name="connsiteX3" fmla="*/ 29578 w 149229"/>
                <a:gd name="connsiteY3" fmla="*/ 294 h 59314"/>
                <a:gd name="connsiteX4" fmla="*/ 120224 w 149229"/>
                <a:gd name="connsiteY4" fmla="*/ 7219 h 59314"/>
                <a:gd name="connsiteX5" fmla="*/ 149003 w 149229"/>
                <a:gd name="connsiteY5" fmla="*/ 29535 h 59314"/>
                <a:gd name="connsiteX6" fmla="*/ 127226 w 149229"/>
                <a:gd name="connsiteY6" fmla="*/ 58468 h 59314"/>
                <a:gd name="connsiteX7" fmla="*/ 109913 w 149229"/>
                <a:gd name="connsiteY7" fmla="*/ 59314 h 59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9229" h="59314">
                  <a:moveTo>
                    <a:pt x="109990" y="59314"/>
                  </a:moveTo>
                  <a:cubicBezTo>
                    <a:pt x="94138" y="59314"/>
                    <a:pt x="66436" y="57929"/>
                    <a:pt x="22190" y="51542"/>
                  </a:cubicBezTo>
                  <a:cubicBezTo>
                    <a:pt x="8032" y="49542"/>
                    <a:pt x="-1741" y="36383"/>
                    <a:pt x="260" y="22225"/>
                  </a:cubicBezTo>
                  <a:cubicBezTo>
                    <a:pt x="2337" y="8066"/>
                    <a:pt x="15265" y="-1861"/>
                    <a:pt x="29578" y="294"/>
                  </a:cubicBezTo>
                  <a:cubicBezTo>
                    <a:pt x="95831" y="9836"/>
                    <a:pt x="120070" y="7296"/>
                    <a:pt x="120224" y="7219"/>
                  </a:cubicBezTo>
                  <a:cubicBezTo>
                    <a:pt x="134383" y="5450"/>
                    <a:pt x="147233" y="15530"/>
                    <a:pt x="149003" y="29535"/>
                  </a:cubicBezTo>
                  <a:cubicBezTo>
                    <a:pt x="150850" y="43540"/>
                    <a:pt x="141231" y="56467"/>
                    <a:pt x="127226" y="58468"/>
                  </a:cubicBezTo>
                  <a:cubicBezTo>
                    <a:pt x="126072" y="58622"/>
                    <a:pt x="120762" y="59314"/>
                    <a:pt x="109913" y="59314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7BCFB39A-3C72-0776-77D9-2292EF217D30}"/>
                </a:ext>
              </a:extLst>
            </p:cNvPr>
            <p:cNvSpPr/>
            <p:nvPr/>
          </p:nvSpPr>
          <p:spPr>
            <a:xfrm>
              <a:off x="2961364" y="2868949"/>
              <a:ext cx="150128" cy="129424"/>
            </a:xfrm>
            <a:custGeom>
              <a:avLst/>
              <a:gdLst>
                <a:gd name="connsiteX0" fmla="*/ 123966 w 150128"/>
                <a:gd name="connsiteY0" fmla="*/ 129319 h 129424"/>
                <a:gd name="connsiteX1" fmla="*/ 1924 w 150128"/>
                <a:gd name="connsiteY1" fmla="*/ 35595 h 129424"/>
                <a:gd name="connsiteX2" fmla="*/ 16006 w 150128"/>
                <a:gd name="connsiteY2" fmla="*/ 1968 h 129424"/>
                <a:gd name="connsiteX3" fmla="*/ 49787 w 150128"/>
                <a:gd name="connsiteY3" fmla="*/ 15973 h 129424"/>
                <a:gd name="connsiteX4" fmla="*/ 123966 w 150128"/>
                <a:gd name="connsiteY4" fmla="*/ 77609 h 129424"/>
                <a:gd name="connsiteX5" fmla="*/ 150129 w 150128"/>
                <a:gd name="connsiteY5" fmla="*/ 103387 h 129424"/>
                <a:gd name="connsiteX6" fmla="*/ 123889 w 150128"/>
                <a:gd name="connsiteY6" fmla="*/ 129396 h 129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128" h="129424">
                  <a:moveTo>
                    <a:pt x="123966" y="129319"/>
                  </a:moveTo>
                  <a:cubicBezTo>
                    <a:pt x="41169" y="129319"/>
                    <a:pt x="3463" y="39442"/>
                    <a:pt x="1924" y="35595"/>
                  </a:cubicBezTo>
                  <a:cubicBezTo>
                    <a:pt x="-3462" y="22360"/>
                    <a:pt x="2848" y="7354"/>
                    <a:pt x="16006" y="1968"/>
                  </a:cubicBezTo>
                  <a:cubicBezTo>
                    <a:pt x="29241" y="-3495"/>
                    <a:pt x="44323" y="2814"/>
                    <a:pt x="49787" y="15973"/>
                  </a:cubicBezTo>
                  <a:cubicBezTo>
                    <a:pt x="50018" y="16588"/>
                    <a:pt x="76027" y="77609"/>
                    <a:pt x="123966" y="77609"/>
                  </a:cubicBezTo>
                  <a:cubicBezTo>
                    <a:pt x="138510" y="77609"/>
                    <a:pt x="150129" y="89152"/>
                    <a:pt x="150129" y="103387"/>
                  </a:cubicBezTo>
                  <a:cubicBezTo>
                    <a:pt x="150129" y="117854"/>
                    <a:pt x="137586" y="130089"/>
                    <a:pt x="123889" y="129396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C19B64FB-0059-ADB1-11E8-254B203E7A0A}"/>
                </a:ext>
              </a:extLst>
            </p:cNvPr>
            <p:cNvSpPr/>
            <p:nvPr/>
          </p:nvSpPr>
          <p:spPr>
            <a:xfrm>
              <a:off x="1277325" y="3260996"/>
              <a:ext cx="4490615" cy="3662683"/>
            </a:xfrm>
            <a:custGeom>
              <a:avLst/>
              <a:gdLst>
                <a:gd name="connsiteX0" fmla="*/ 3554833 w 4490615"/>
                <a:gd name="connsiteY0" fmla="*/ 4287 h 3662683"/>
                <a:gd name="connsiteX1" fmla="*/ 3064512 w 4490615"/>
                <a:gd name="connsiteY1" fmla="*/ 1149217 h 3662683"/>
                <a:gd name="connsiteX2" fmla="*/ 1628636 w 4490615"/>
                <a:gd name="connsiteY2" fmla="*/ 240598 h 3662683"/>
                <a:gd name="connsiteX3" fmla="*/ 939323 w 4490615"/>
                <a:gd name="connsiteY3" fmla="*/ 249448 h 3662683"/>
                <a:gd name="connsiteX4" fmla="*/ 21625 w 4490615"/>
                <a:gd name="connsiteY4" fmla="*/ 1486948 h 3662683"/>
                <a:gd name="connsiteX5" fmla="*/ 243393 w 4490615"/>
                <a:gd name="connsiteY5" fmla="*/ 2606177 h 3662683"/>
                <a:gd name="connsiteX6" fmla="*/ 250549 w 4490615"/>
                <a:gd name="connsiteY6" fmla="*/ 3641378 h 3662683"/>
                <a:gd name="connsiteX7" fmla="*/ 2975020 w 4490615"/>
                <a:gd name="connsiteY7" fmla="*/ 3641378 h 3662683"/>
                <a:gd name="connsiteX8" fmla="*/ 2620206 w 4490615"/>
                <a:gd name="connsiteY8" fmla="*/ 2248901 h 3662683"/>
                <a:gd name="connsiteX9" fmla="*/ 3675721 w 4490615"/>
                <a:gd name="connsiteY9" fmla="*/ 2374405 h 3662683"/>
                <a:gd name="connsiteX10" fmla="*/ 4490615 w 4490615"/>
                <a:gd name="connsiteY10" fmla="*/ 221823 h 3662683"/>
                <a:gd name="connsiteX11" fmla="*/ 4003602 w 4490615"/>
                <a:gd name="connsiteY11" fmla="*/ 53380 h 3662683"/>
                <a:gd name="connsiteX12" fmla="*/ 3554833 w 4490615"/>
                <a:gd name="connsiteY12" fmla="*/ 4287 h 3662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490615" h="3662683">
                  <a:moveTo>
                    <a:pt x="3554833" y="4287"/>
                  </a:moveTo>
                  <a:cubicBezTo>
                    <a:pt x="3343761" y="548550"/>
                    <a:pt x="3064512" y="1149217"/>
                    <a:pt x="3064512" y="1149217"/>
                  </a:cubicBezTo>
                  <a:cubicBezTo>
                    <a:pt x="2426063" y="416120"/>
                    <a:pt x="2282244" y="310237"/>
                    <a:pt x="1628636" y="240598"/>
                  </a:cubicBezTo>
                  <a:cubicBezTo>
                    <a:pt x="1610553" y="238675"/>
                    <a:pt x="1214340" y="211050"/>
                    <a:pt x="939323" y="249448"/>
                  </a:cubicBezTo>
                  <a:cubicBezTo>
                    <a:pt x="125352" y="363179"/>
                    <a:pt x="-72715" y="1045412"/>
                    <a:pt x="21625" y="1486948"/>
                  </a:cubicBezTo>
                  <a:cubicBezTo>
                    <a:pt x="176524" y="2211504"/>
                    <a:pt x="193453" y="2290684"/>
                    <a:pt x="243393" y="2606177"/>
                  </a:cubicBezTo>
                  <a:cubicBezTo>
                    <a:pt x="284407" y="2865112"/>
                    <a:pt x="250549" y="3641378"/>
                    <a:pt x="250549" y="3641378"/>
                  </a:cubicBezTo>
                  <a:cubicBezTo>
                    <a:pt x="250549" y="3641378"/>
                    <a:pt x="2564572" y="3689317"/>
                    <a:pt x="2975020" y="3641378"/>
                  </a:cubicBezTo>
                  <a:cubicBezTo>
                    <a:pt x="2975020" y="3641378"/>
                    <a:pt x="2623053" y="2305920"/>
                    <a:pt x="2620206" y="2248901"/>
                  </a:cubicBezTo>
                  <a:cubicBezTo>
                    <a:pt x="2952089" y="2615873"/>
                    <a:pt x="3462571" y="2475671"/>
                    <a:pt x="3675721" y="2374405"/>
                  </a:cubicBezTo>
                  <a:cubicBezTo>
                    <a:pt x="3955970" y="2241206"/>
                    <a:pt x="4032997" y="2050987"/>
                    <a:pt x="4490615" y="221823"/>
                  </a:cubicBezTo>
                  <a:cubicBezTo>
                    <a:pt x="4490615" y="221823"/>
                    <a:pt x="4344334" y="131253"/>
                    <a:pt x="4003602" y="53380"/>
                  </a:cubicBezTo>
                  <a:cubicBezTo>
                    <a:pt x="3675721" y="-21491"/>
                    <a:pt x="3554833" y="4287"/>
                    <a:pt x="3554833" y="4287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A5BB0E43-A57B-1471-3830-E4568034F03E}"/>
                </a:ext>
              </a:extLst>
            </p:cNvPr>
            <p:cNvSpPr/>
            <p:nvPr/>
          </p:nvSpPr>
          <p:spPr>
            <a:xfrm>
              <a:off x="2892804" y="3484975"/>
              <a:ext cx="1487705" cy="960480"/>
            </a:xfrm>
            <a:custGeom>
              <a:avLst/>
              <a:gdLst>
                <a:gd name="connsiteX0" fmla="*/ 1461806 w 1487705"/>
                <a:gd name="connsiteY0" fmla="*/ 960404 h 960480"/>
                <a:gd name="connsiteX1" fmla="*/ 1442261 w 1487705"/>
                <a:gd name="connsiteY1" fmla="*/ 951555 h 960480"/>
                <a:gd name="connsiteX2" fmla="*/ 23160 w 1487705"/>
                <a:gd name="connsiteY2" fmla="*/ 51631 h 960480"/>
                <a:gd name="connsiteX3" fmla="*/ 152 w 1487705"/>
                <a:gd name="connsiteY3" fmla="*/ 23160 h 960480"/>
                <a:gd name="connsiteX4" fmla="*/ 28623 w 1487705"/>
                <a:gd name="connsiteY4" fmla="*/ 152 h 960480"/>
                <a:gd name="connsiteX5" fmla="*/ 1481351 w 1487705"/>
                <a:gd name="connsiteY5" fmla="*/ 917543 h 960480"/>
                <a:gd name="connsiteX6" fmla="*/ 1478812 w 1487705"/>
                <a:gd name="connsiteY6" fmla="*/ 954094 h 960480"/>
                <a:gd name="connsiteX7" fmla="*/ 1461806 w 1487705"/>
                <a:gd name="connsiteY7" fmla="*/ 960481 h 960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87705" h="960480">
                  <a:moveTo>
                    <a:pt x="1461806" y="960404"/>
                  </a:moveTo>
                  <a:cubicBezTo>
                    <a:pt x="1454573" y="960404"/>
                    <a:pt x="1447417" y="957403"/>
                    <a:pt x="1442261" y="951555"/>
                  </a:cubicBezTo>
                  <a:cubicBezTo>
                    <a:pt x="813892" y="230000"/>
                    <a:pt x="680308" y="121732"/>
                    <a:pt x="23160" y="51631"/>
                  </a:cubicBezTo>
                  <a:cubicBezTo>
                    <a:pt x="8924" y="50092"/>
                    <a:pt x="-1387" y="37396"/>
                    <a:pt x="152" y="23160"/>
                  </a:cubicBezTo>
                  <a:cubicBezTo>
                    <a:pt x="1691" y="8924"/>
                    <a:pt x="14388" y="-1387"/>
                    <a:pt x="28623" y="152"/>
                  </a:cubicBezTo>
                  <a:cubicBezTo>
                    <a:pt x="700315" y="71715"/>
                    <a:pt x="850520" y="193218"/>
                    <a:pt x="1481351" y="917543"/>
                  </a:cubicBezTo>
                  <a:cubicBezTo>
                    <a:pt x="1490739" y="928316"/>
                    <a:pt x="1489585" y="944629"/>
                    <a:pt x="1478812" y="954094"/>
                  </a:cubicBezTo>
                  <a:cubicBezTo>
                    <a:pt x="1473887" y="958326"/>
                    <a:pt x="1467885" y="960481"/>
                    <a:pt x="1461806" y="960481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9" name="자유형: 도형 68">
              <a:extLst>
                <a:ext uri="{FF2B5EF4-FFF2-40B4-BE49-F238E27FC236}">
                  <a16:creationId xmlns:a16="http://schemas.microsoft.com/office/drawing/2014/main" id="{11911E63-7C33-3A07-75AA-A34712CE2140}"/>
                </a:ext>
              </a:extLst>
            </p:cNvPr>
            <p:cNvSpPr/>
            <p:nvPr/>
          </p:nvSpPr>
          <p:spPr>
            <a:xfrm>
              <a:off x="4328758" y="4393594"/>
              <a:ext cx="206298" cy="785035"/>
            </a:xfrm>
            <a:custGeom>
              <a:avLst/>
              <a:gdLst>
                <a:gd name="connsiteX0" fmla="*/ 180367 w 206298"/>
                <a:gd name="connsiteY0" fmla="*/ 785035 h 785035"/>
                <a:gd name="connsiteX1" fmla="*/ 154512 w 206298"/>
                <a:gd name="connsiteY1" fmla="*/ 759180 h 785035"/>
                <a:gd name="connsiteX2" fmla="*/ 998 w 206298"/>
                <a:gd name="connsiteY2" fmla="*/ 32932 h 785035"/>
                <a:gd name="connsiteX3" fmla="*/ 18850 w 206298"/>
                <a:gd name="connsiteY3" fmla="*/ 998 h 785035"/>
                <a:gd name="connsiteX4" fmla="*/ 50784 w 206298"/>
                <a:gd name="connsiteY4" fmla="*/ 18850 h 785035"/>
                <a:gd name="connsiteX5" fmla="*/ 206299 w 206298"/>
                <a:gd name="connsiteY5" fmla="*/ 759180 h 785035"/>
                <a:gd name="connsiteX6" fmla="*/ 180444 w 206298"/>
                <a:gd name="connsiteY6" fmla="*/ 785035 h 785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6298" h="785035">
                  <a:moveTo>
                    <a:pt x="180367" y="785035"/>
                  </a:moveTo>
                  <a:cubicBezTo>
                    <a:pt x="166054" y="785035"/>
                    <a:pt x="154512" y="773416"/>
                    <a:pt x="154512" y="759180"/>
                  </a:cubicBezTo>
                  <a:cubicBezTo>
                    <a:pt x="154512" y="577580"/>
                    <a:pt x="2537" y="38318"/>
                    <a:pt x="998" y="32932"/>
                  </a:cubicBezTo>
                  <a:cubicBezTo>
                    <a:pt x="-2927" y="19158"/>
                    <a:pt x="5076" y="4845"/>
                    <a:pt x="18850" y="998"/>
                  </a:cubicBezTo>
                  <a:cubicBezTo>
                    <a:pt x="32624" y="-2927"/>
                    <a:pt x="46937" y="5076"/>
                    <a:pt x="50784" y="18850"/>
                  </a:cubicBezTo>
                  <a:cubicBezTo>
                    <a:pt x="57094" y="41319"/>
                    <a:pt x="206299" y="570423"/>
                    <a:pt x="206299" y="759180"/>
                  </a:cubicBezTo>
                  <a:cubicBezTo>
                    <a:pt x="206299" y="773493"/>
                    <a:pt x="194679" y="785035"/>
                    <a:pt x="180444" y="785035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0" name="자유형: 도형 69">
              <a:extLst>
                <a:ext uri="{FF2B5EF4-FFF2-40B4-BE49-F238E27FC236}">
                  <a16:creationId xmlns:a16="http://schemas.microsoft.com/office/drawing/2014/main" id="{686A9351-034D-B06F-559D-C523DC15AB60}"/>
                </a:ext>
              </a:extLst>
            </p:cNvPr>
            <p:cNvSpPr/>
            <p:nvPr/>
          </p:nvSpPr>
          <p:spPr>
            <a:xfrm>
              <a:off x="3151249" y="4916128"/>
              <a:ext cx="845506" cy="684799"/>
            </a:xfrm>
            <a:custGeom>
              <a:avLst/>
              <a:gdLst>
                <a:gd name="connsiteX0" fmla="*/ 819615 w 845506"/>
                <a:gd name="connsiteY0" fmla="*/ 684800 h 684799"/>
                <a:gd name="connsiteX1" fmla="*/ 806533 w 845506"/>
                <a:gd name="connsiteY1" fmla="*/ 681183 h 684799"/>
                <a:gd name="connsiteX2" fmla="*/ 6952 w 845506"/>
                <a:gd name="connsiteY2" fmla="*/ 43503 h 684799"/>
                <a:gd name="connsiteX3" fmla="*/ 8260 w 845506"/>
                <a:gd name="connsiteY3" fmla="*/ 6952 h 684799"/>
                <a:gd name="connsiteX4" fmla="*/ 44811 w 845506"/>
                <a:gd name="connsiteY4" fmla="*/ 8260 h 684799"/>
                <a:gd name="connsiteX5" fmla="*/ 832773 w 845506"/>
                <a:gd name="connsiteY5" fmla="*/ 636552 h 684799"/>
                <a:gd name="connsiteX6" fmla="*/ 841930 w 845506"/>
                <a:gd name="connsiteY6" fmla="*/ 672026 h 684799"/>
                <a:gd name="connsiteX7" fmla="*/ 819615 w 845506"/>
                <a:gd name="connsiteY7" fmla="*/ 684800 h 684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45506" h="684799">
                  <a:moveTo>
                    <a:pt x="819615" y="684800"/>
                  </a:moveTo>
                  <a:cubicBezTo>
                    <a:pt x="815152" y="684800"/>
                    <a:pt x="810612" y="683645"/>
                    <a:pt x="806533" y="681183"/>
                  </a:cubicBezTo>
                  <a:cubicBezTo>
                    <a:pt x="350377" y="412399"/>
                    <a:pt x="167930" y="216408"/>
                    <a:pt x="6952" y="43503"/>
                  </a:cubicBezTo>
                  <a:cubicBezTo>
                    <a:pt x="-2820" y="33038"/>
                    <a:pt x="-2205" y="16648"/>
                    <a:pt x="8260" y="6952"/>
                  </a:cubicBezTo>
                  <a:cubicBezTo>
                    <a:pt x="18725" y="-2820"/>
                    <a:pt x="35116" y="-2205"/>
                    <a:pt x="44811" y="8260"/>
                  </a:cubicBezTo>
                  <a:cubicBezTo>
                    <a:pt x="203404" y="178549"/>
                    <a:pt x="383081" y="371615"/>
                    <a:pt x="832773" y="636552"/>
                  </a:cubicBezTo>
                  <a:cubicBezTo>
                    <a:pt x="845085" y="643785"/>
                    <a:pt x="849163" y="659714"/>
                    <a:pt x="841930" y="672026"/>
                  </a:cubicBezTo>
                  <a:cubicBezTo>
                    <a:pt x="837082" y="680183"/>
                    <a:pt x="828464" y="684800"/>
                    <a:pt x="819615" y="684800"/>
                  </a:cubicBezTo>
                  <a:close/>
                </a:path>
              </a:pathLst>
            </a:custGeom>
            <a:solidFill>
              <a:srgbClr val="3378C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1" name="자유형: 도형 70">
              <a:extLst>
                <a:ext uri="{FF2B5EF4-FFF2-40B4-BE49-F238E27FC236}">
                  <a16:creationId xmlns:a16="http://schemas.microsoft.com/office/drawing/2014/main" id="{053FA562-3135-1C83-1A2C-F0622088CD2E}"/>
                </a:ext>
              </a:extLst>
            </p:cNvPr>
            <p:cNvSpPr/>
            <p:nvPr/>
          </p:nvSpPr>
          <p:spPr>
            <a:xfrm>
              <a:off x="2765605" y="2745874"/>
              <a:ext cx="173751" cy="173751"/>
            </a:xfrm>
            <a:custGeom>
              <a:avLst/>
              <a:gdLst>
                <a:gd name="connsiteX0" fmla="*/ 173752 w 173751"/>
                <a:gd name="connsiteY0" fmla="*/ 86876 h 173751"/>
                <a:gd name="connsiteX1" fmla="*/ 86876 w 173751"/>
                <a:gd name="connsiteY1" fmla="*/ 173752 h 173751"/>
                <a:gd name="connsiteX2" fmla="*/ 0 w 173751"/>
                <a:gd name="connsiteY2" fmla="*/ 86876 h 173751"/>
                <a:gd name="connsiteX3" fmla="*/ 86876 w 173751"/>
                <a:gd name="connsiteY3" fmla="*/ 0 h 173751"/>
                <a:gd name="connsiteX4" fmla="*/ 173752 w 173751"/>
                <a:gd name="connsiteY4" fmla="*/ 86876 h 173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751" h="173751">
                  <a:moveTo>
                    <a:pt x="173752" y="86876"/>
                  </a:moveTo>
                  <a:cubicBezTo>
                    <a:pt x="173752" y="134815"/>
                    <a:pt x="134892" y="173752"/>
                    <a:pt x="86876" y="173752"/>
                  </a:cubicBezTo>
                  <a:cubicBezTo>
                    <a:pt x="38859" y="173752"/>
                    <a:pt x="0" y="134892"/>
                    <a:pt x="0" y="86876"/>
                  </a:cubicBezTo>
                  <a:cubicBezTo>
                    <a:pt x="0" y="38859"/>
                    <a:pt x="38859" y="0"/>
                    <a:pt x="86876" y="0"/>
                  </a:cubicBezTo>
                  <a:cubicBezTo>
                    <a:pt x="134892" y="0"/>
                    <a:pt x="173752" y="38859"/>
                    <a:pt x="173752" y="86876"/>
                  </a:cubicBezTo>
                  <a:close/>
                </a:path>
              </a:pathLst>
            </a:custGeom>
            <a:solidFill>
              <a:srgbClr val="FF9797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2" name="자유형: 도형 71">
              <a:extLst>
                <a:ext uri="{FF2B5EF4-FFF2-40B4-BE49-F238E27FC236}">
                  <a16:creationId xmlns:a16="http://schemas.microsoft.com/office/drawing/2014/main" id="{34D9F70F-7E37-F443-1614-FADE255861A0}"/>
                </a:ext>
              </a:extLst>
            </p:cNvPr>
            <p:cNvSpPr/>
            <p:nvPr/>
          </p:nvSpPr>
          <p:spPr>
            <a:xfrm>
              <a:off x="4742589" y="2179680"/>
              <a:ext cx="540646" cy="540646"/>
            </a:xfrm>
            <a:custGeom>
              <a:avLst/>
              <a:gdLst>
                <a:gd name="connsiteX0" fmla="*/ 540647 w 540646"/>
                <a:gd name="connsiteY0" fmla="*/ 270323 h 540646"/>
                <a:gd name="connsiteX1" fmla="*/ 270323 w 540646"/>
                <a:gd name="connsiteY1" fmla="*/ 540647 h 540646"/>
                <a:gd name="connsiteX2" fmla="*/ 0 w 540646"/>
                <a:gd name="connsiteY2" fmla="*/ 270323 h 540646"/>
                <a:gd name="connsiteX3" fmla="*/ 270323 w 540646"/>
                <a:gd name="connsiteY3" fmla="*/ 0 h 540646"/>
                <a:gd name="connsiteX4" fmla="*/ 540647 w 540646"/>
                <a:gd name="connsiteY4" fmla="*/ 270323 h 540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0646" h="540646">
                  <a:moveTo>
                    <a:pt x="540647" y="270323"/>
                  </a:moveTo>
                  <a:cubicBezTo>
                    <a:pt x="540647" y="419605"/>
                    <a:pt x="419605" y="540647"/>
                    <a:pt x="270323" y="540647"/>
                  </a:cubicBezTo>
                  <a:cubicBezTo>
                    <a:pt x="121041" y="540647"/>
                    <a:pt x="0" y="419605"/>
                    <a:pt x="0" y="270323"/>
                  </a:cubicBezTo>
                  <a:cubicBezTo>
                    <a:pt x="0" y="121041"/>
                    <a:pt x="121041" y="0"/>
                    <a:pt x="270323" y="0"/>
                  </a:cubicBezTo>
                  <a:cubicBezTo>
                    <a:pt x="419605" y="0"/>
                    <a:pt x="540647" y="121041"/>
                    <a:pt x="540647" y="270323"/>
                  </a:cubicBezTo>
                  <a:close/>
                </a:path>
              </a:pathLst>
            </a:custGeom>
            <a:solidFill>
              <a:srgbClr val="FF505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3" name="자유형: 도형 72">
              <a:extLst>
                <a:ext uri="{FF2B5EF4-FFF2-40B4-BE49-F238E27FC236}">
                  <a16:creationId xmlns:a16="http://schemas.microsoft.com/office/drawing/2014/main" id="{D3ADDC3B-544C-BF46-466C-81B4E7A7979B}"/>
                </a:ext>
              </a:extLst>
            </p:cNvPr>
            <p:cNvSpPr/>
            <p:nvPr/>
          </p:nvSpPr>
          <p:spPr>
            <a:xfrm>
              <a:off x="2111150" y="3334883"/>
              <a:ext cx="1007652" cy="225577"/>
            </a:xfrm>
            <a:custGeom>
              <a:avLst/>
              <a:gdLst>
                <a:gd name="connsiteX0" fmla="*/ 77 w 1007652"/>
                <a:gd name="connsiteY0" fmla="*/ 194182 h 225577"/>
                <a:gd name="connsiteX1" fmla="*/ 49863 w 1007652"/>
                <a:gd name="connsiteY1" fmla="*/ 28279 h 225577"/>
                <a:gd name="connsiteX2" fmla="*/ 79643 w 1007652"/>
                <a:gd name="connsiteY2" fmla="*/ 1270 h 225577"/>
                <a:gd name="connsiteX3" fmla="*/ 769956 w 1007652"/>
                <a:gd name="connsiteY3" fmla="*/ 16967 h 225577"/>
                <a:gd name="connsiteX4" fmla="*/ 891305 w 1007652"/>
                <a:gd name="connsiteY4" fmla="*/ 68293 h 225577"/>
                <a:gd name="connsiteX5" fmla="*/ 1007652 w 1007652"/>
                <a:gd name="connsiteY5" fmla="*/ 225577 h 225577"/>
                <a:gd name="connsiteX6" fmla="*/ 505788 w 1007652"/>
                <a:gd name="connsiteY6" fmla="*/ 190104 h 225577"/>
                <a:gd name="connsiteX7" fmla="*/ 0 w 1007652"/>
                <a:gd name="connsiteY7" fmla="*/ 194182 h 225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07652" h="225577">
                  <a:moveTo>
                    <a:pt x="77" y="194182"/>
                  </a:moveTo>
                  <a:lnTo>
                    <a:pt x="49863" y="28279"/>
                  </a:lnTo>
                  <a:cubicBezTo>
                    <a:pt x="52403" y="13428"/>
                    <a:pt x="64714" y="2270"/>
                    <a:pt x="79643" y="1270"/>
                  </a:cubicBezTo>
                  <a:cubicBezTo>
                    <a:pt x="135585" y="-2655"/>
                    <a:pt x="691083" y="2501"/>
                    <a:pt x="769956" y="16967"/>
                  </a:cubicBezTo>
                  <a:cubicBezTo>
                    <a:pt x="815279" y="25278"/>
                    <a:pt x="864834" y="30588"/>
                    <a:pt x="891305" y="68293"/>
                  </a:cubicBezTo>
                  <a:lnTo>
                    <a:pt x="1007652" y="225577"/>
                  </a:lnTo>
                  <a:cubicBezTo>
                    <a:pt x="1007652" y="225577"/>
                    <a:pt x="695469" y="197260"/>
                    <a:pt x="505788" y="190104"/>
                  </a:cubicBezTo>
                  <a:cubicBezTo>
                    <a:pt x="268630" y="181101"/>
                    <a:pt x="0" y="194182"/>
                    <a:pt x="0" y="194182"/>
                  </a:cubicBezTo>
                  <a:close/>
                </a:path>
              </a:pathLst>
            </a:custGeom>
            <a:solidFill>
              <a:srgbClr val="FFFFFF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4" name="자유형: 도형 73">
              <a:extLst>
                <a:ext uri="{FF2B5EF4-FFF2-40B4-BE49-F238E27FC236}">
                  <a16:creationId xmlns:a16="http://schemas.microsoft.com/office/drawing/2014/main" id="{5DC4043D-18FD-5870-DF00-8B23EE626B5F}"/>
                </a:ext>
              </a:extLst>
            </p:cNvPr>
            <p:cNvSpPr/>
            <p:nvPr/>
          </p:nvSpPr>
          <p:spPr>
            <a:xfrm>
              <a:off x="5091293" y="2675423"/>
              <a:ext cx="303279" cy="424648"/>
            </a:xfrm>
            <a:custGeom>
              <a:avLst/>
              <a:gdLst>
                <a:gd name="connsiteX0" fmla="*/ 29733 w 303279"/>
                <a:gd name="connsiteY0" fmla="*/ 424649 h 424648"/>
                <a:gd name="connsiteX1" fmla="*/ 22807 w 303279"/>
                <a:gd name="connsiteY1" fmla="*/ 424264 h 424648"/>
                <a:gd name="connsiteX2" fmla="*/ 184 w 303279"/>
                <a:gd name="connsiteY2" fmla="*/ 395485 h 424648"/>
                <a:gd name="connsiteX3" fmla="*/ 28271 w 303279"/>
                <a:gd name="connsiteY3" fmla="*/ 372785 h 424648"/>
                <a:gd name="connsiteX4" fmla="*/ 252424 w 303279"/>
                <a:gd name="connsiteY4" fmla="*/ 19126 h 424648"/>
                <a:gd name="connsiteX5" fmla="*/ 284128 w 303279"/>
                <a:gd name="connsiteY5" fmla="*/ 889 h 424648"/>
                <a:gd name="connsiteX6" fmla="*/ 302365 w 303279"/>
                <a:gd name="connsiteY6" fmla="*/ 32592 h 424648"/>
                <a:gd name="connsiteX7" fmla="*/ 29733 w 303279"/>
                <a:gd name="connsiteY7" fmla="*/ 424649 h 42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03279" h="424648">
                  <a:moveTo>
                    <a:pt x="29733" y="424649"/>
                  </a:moveTo>
                  <a:cubicBezTo>
                    <a:pt x="26578" y="424649"/>
                    <a:pt x="24193" y="424418"/>
                    <a:pt x="22807" y="424264"/>
                  </a:cubicBezTo>
                  <a:cubicBezTo>
                    <a:pt x="8649" y="422571"/>
                    <a:pt x="-1509" y="409721"/>
                    <a:pt x="184" y="395485"/>
                  </a:cubicBezTo>
                  <a:cubicBezTo>
                    <a:pt x="1800" y="381480"/>
                    <a:pt x="14574" y="372093"/>
                    <a:pt x="28271" y="372785"/>
                  </a:cubicBezTo>
                  <a:cubicBezTo>
                    <a:pt x="31272" y="373324"/>
                    <a:pt x="157315" y="372323"/>
                    <a:pt x="252424" y="19126"/>
                  </a:cubicBezTo>
                  <a:cubicBezTo>
                    <a:pt x="256118" y="5352"/>
                    <a:pt x="270277" y="-2805"/>
                    <a:pt x="284128" y="889"/>
                  </a:cubicBezTo>
                  <a:cubicBezTo>
                    <a:pt x="297901" y="4582"/>
                    <a:pt x="306135" y="18818"/>
                    <a:pt x="302365" y="32592"/>
                  </a:cubicBezTo>
                  <a:cubicBezTo>
                    <a:pt x="203408" y="399794"/>
                    <a:pt x="65129" y="424649"/>
                    <a:pt x="29733" y="424649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5" name="자유형: 도형 74">
              <a:extLst>
                <a:ext uri="{FF2B5EF4-FFF2-40B4-BE49-F238E27FC236}">
                  <a16:creationId xmlns:a16="http://schemas.microsoft.com/office/drawing/2014/main" id="{60329FC8-D7E3-5F02-9AC3-5A5A1D19E4D9}"/>
                </a:ext>
              </a:extLst>
            </p:cNvPr>
            <p:cNvSpPr/>
            <p:nvPr/>
          </p:nvSpPr>
          <p:spPr>
            <a:xfrm>
              <a:off x="5179146" y="2869048"/>
              <a:ext cx="102912" cy="111752"/>
            </a:xfrm>
            <a:custGeom>
              <a:avLst/>
              <a:gdLst>
                <a:gd name="connsiteX0" fmla="*/ 77003 w 102912"/>
                <a:gd name="connsiteY0" fmla="*/ 111676 h 111752"/>
                <a:gd name="connsiteX1" fmla="*/ 57304 w 102912"/>
                <a:gd name="connsiteY1" fmla="*/ 102596 h 111752"/>
                <a:gd name="connsiteX2" fmla="*/ 6210 w 102912"/>
                <a:gd name="connsiteY2" fmla="*/ 42652 h 111752"/>
                <a:gd name="connsiteX3" fmla="*/ 9134 w 102912"/>
                <a:gd name="connsiteY3" fmla="*/ 6178 h 111752"/>
                <a:gd name="connsiteX4" fmla="*/ 45608 w 102912"/>
                <a:gd name="connsiteY4" fmla="*/ 9103 h 111752"/>
                <a:gd name="connsiteX5" fmla="*/ 96702 w 102912"/>
                <a:gd name="connsiteY5" fmla="*/ 69046 h 111752"/>
                <a:gd name="connsiteX6" fmla="*/ 93778 w 102912"/>
                <a:gd name="connsiteY6" fmla="*/ 105520 h 111752"/>
                <a:gd name="connsiteX7" fmla="*/ 77003 w 102912"/>
                <a:gd name="connsiteY7" fmla="*/ 111753 h 11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2912" h="111752">
                  <a:moveTo>
                    <a:pt x="77003" y="111676"/>
                  </a:moveTo>
                  <a:cubicBezTo>
                    <a:pt x="69693" y="111676"/>
                    <a:pt x="62460" y="108598"/>
                    <a:pt x="57304" y="102596"/>
                  </a:cubicBezTo>
                  <a:lnTo>
                    <a:pt x="6210" y="42652"/>
                  </a:lnTo>
                  <a:cubicBezTo>
                    <a:pt x="-3101" y="31726"/>
                    <a:pt x="-1793" y="15412"/>
                    <a:pt x="9134" y="6178"/>
                  </a:cubicBezTo>
                  <a:cubicBezTo>
                    <a:pt x="20061" y="-3056"/>
                    <a:pt x="36374" y="-1824"/>
                    <a:pt x="45608" y="9103"/>
                  </a:cubicBezTo>
                  <a:lnTo>
                    <a:pt x="96702" y="69046"/>
                  </a:lnTo>
                  <a:cubicBezTo>
                    <a:pt x="106014" y="79973"/>
                    <a:pt x="104705" y="96286"/>
                    <a:pt x="93778" y="105520"/>
                  </a:cubicBezTo>
                  <a:cubicBezTo>
                    <a:pt x="88931" y="109675"/>
                    <a:pt x="82929" y="111753"/>
                    <a:pt x="77003" y="111753"/>
                  </a:cubicBezTo>
                  <a:close/>
                </a:path>
              </a:pathLst>
            </a:custGeom>
            <a:solidFill>
              <a:srgbClr val="ED5858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6" name="자유형: 도형 75">
              <a:extLst>
                <a:ext uri="{FF2B5EF4-FFF2-40B4-BE49-F238E27FC236}">
                  <a16:creationId xmlns:a16="http://schemas.microsoft.com/office/drawing/2014/main" id="{55467A76-CF21-7385-BFC2-5EC804F1483E}"/>
                </a:ext>
              </a:extLst>
            </p:cNvPr>
            <p:cNvSpPr/>
            <p:nvPr/>
          </p:nvSpPr>
          <p:spPr>
            <a:xfrm>
              <a:off x="3965477" y="3339616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3" y="157285"/>
                    <a:pt x="0" y="122042"/>
                    <a:pt x="0" y="78642"/>
                  </a:cubicBezTo>
                  <a:cubicBezTo>
                    <a:pt x="0" y="35243"/>
                    <a:pt x="35243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7" name="자유형: 도형 76">
              <a:extLst>
                <a:ext uri="{FF2B5EF4-FFF2-40B4-BE49-F238E27FC236}">
                  <a16:creationId xmlns:a16="http://schemas.microsoft.com/office/drawing/2014/main" id="{4B21A221-BC99-A18F-E587-229B688DE012}"/>
                </a:ext>
              </a:extLst>
            </p:cNvPr>
            <p:cNvSpPr/>
            <p:nvPr/>
          </p:nvSpPr>
          <p:spPr>
            <a:xfrm>
              <a:off x="5467837" y="3475970"/>
              <a:ext cx="157284" cy="157284"/>
            </a:xfrm>
            <a:custGeom>
              <a:avLst/>
              <a:gdLst>
                <a:gd name="connsiteX0" fmla="*/ 157285 w 157284"/>
                <a:gd name="connsiteY0" fmla="*/ 78642 h 157284"/>
                <a:gd name="connsiteX1" fmla="*/ 78642 w 157284"/>
                <a:gd name="connsiteY1" fmla="*/ 157285 h 157284"/>
                <a:gd name="connsiteX2" fmla="*/ 0 w 157284"/>
                <a:gd name="connsiteY2" fmla="*/ 78642 h 157284"/>
                <a:gd name="connsiteX3" fmla="*/ 78642 w 157284"/>
                <a:gd name="connsiteY3" fmla="*/ 0 h 157284"/>
                <a:gd name="connsiteX4" fmla="*/ 157285 w 157284"/>
                <a:gd name="connsiteY4" fmla="*/ 78642 h 157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284" h="157284">
                  <a:moveTo>
                    <a:pt x="157285" y="78642"/>
                  </a:moveTo>
                  <a:cubicBezTo>
                    <a:pt x="157285" y="122119"/>
                    <a:pt x="122042" y="157285"/>
                    <a:pt x="78642" y="157285"/>
                  </a:cubicBezTo>
                  <a:cubicBezTo>
                    <a:pt x="35242" y="157285"/>
                    <a:pt x="0" y="122042"/>
                    <a:pt x="0" y="78642"/>
                  </a:cubicBezTo>
                  <a:cubicBezTo>
                    <a:pt x="0" y="35243"/>
                    <a:pt x="35242" y="0"/>
                    <a:pt x="78642" y="0"/>
                  </a:cubicBezTo>
                  <a:cubicBezTo>
                    <a:pt x="122042" y="0"/>
                    <a:pt x="157285" y="35243"/>
                    <a:pt x="157285" y="78642"/>
                  </a:cubicBezTo>
                  <a:close/>
                </a:path>
              </a:pathLst>
            </a:custGeom>
            <a:solidFill>
              <a:srgbClr val="FFD85C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78" name="자유형: 도형 77">
              <a:extLst>
                <a:ext uri="{FF2B5EF4-FFF2-40B4-BE49-F238E27FC236}">
                  <a16:creationId xmlns:a16="http://schemas.microsoft.com/office/drawing/2014/main" id="{B35DA600-56D6-8AD0-A495-DE618239C849}"/>
                </a:ext>
              </a:extLst>
            </p:cNvPr>
            <p:cNvSpPr/>
            <p:nvPr/>
          </p:nvSpPr>
          <p:spPr>
            <a:xfrm>
              <a:off x="2938797" y="2667673"/>
              <a:ext cx="51444" cy="67526"/>
            </a:xfrm>
            <a:custGeom>
              <a:avLst/>
              <a:gdLst>
                <a:gd name="connsiteX0" fmla="*/ 30570 w 51444"/>
                <a:gd name="connsiteY0" fmla="*/ 67275 h 67526"/>
                <a:gd name="connsiteX1" fmla="*/ 2945 w 51444"/>
                <a:gd name="connsiteY1" fmla="*/ 46652 h 67526"/>
                <a:gd name="connsiteX2" fmla="*/ 252 w 51444"/>
                <a:gd name="connsiteY2" fmla="*/ 27877 h 67526"/>
                <a:gd name="connsiteX3" fmla="*/ 20874 w 51444"/>
                <a:gd name="connsiteY3" fmla="*/ 252 h 67526"/>
                <a:gd name="connsiteX4" fmla="*/ 48499 w 51444"/>
                <a:gd name="connsiteY4" fmla="*/ 20874 h 67526"/>
                <a:gd name="connsiteX5" fmla="*/ 51192 w 51444"/>
                <a:gd name="connsiteY5" fmla="*/ 39650 h 67526"/>
                <a:gd name="connsiteX6" fmla="*/ 30570 w 51444"/>
                <a:gd name="connsiteY6" fmla="*/ 67275 h 67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444" h="67526">
                  <a:moveTo>
                    <a:pt x="30570" y="67275"/>
                  </a:moveTo>
                  <a:cubicBezTo>
                    <a:pt x="17258" y="69199"/>
                    <a:pt x="4869" y="59888"/>
                    <a:pt x="2945" y="46652"/>
                  </a:cubicBezTo>
                  <a:lnTo>
                    <a:pt x="252" y="27877"/>
                  </a:lnTo>
                  <a:cubicBezTo>
                    <a:pt x="-1672" y="14641"/>
                    <a:pt x="7639" y="2176"/>
                    <a:pt x="20874" y="252"/>
                  </a:cubicBezTo>
                  <a:cubicBezTo>
                    <a:pt x="34110" y="-1672"/>
                    <a:pt x="46575" y="7639"/>
                    <a:pt x="48499" y="20874"/>
                  </a:cubicBezTo>
                  <a:lnTo>
                    <a:pt x="51192" y="39650"/>
                  </a:lnTo>
                  <a:cubicBezTo>
                    <a:pt x="53116" y="52962"/>
                    <a:pt x="43805" y="65351"/>
                    <a:pt x="30570" y="67275"/>
                  </a:cubicBezTo>
                  <a:close/>
                </a:path>
              </a:pathLst>
            </a:custGeom>
            <a:solidFill>
              <a:srgbClr val="000000"/>
            </a:solidFill>
            <a:ln w="768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pic>
        <p:nvPicPr>
          <p:cNvPr id="85" name="그래픽 84">
            <a:extLst>
              <a:ext uri="{FF2B5EF4-FFF2-40B4-BE49-F238E27FC236}">
                <a16:creationId xmlns:a16="http://schemas.microsoft.com/office/drawing/2014/main" id="{5B98B6AA-191E-3F47-C5A2-7437B86608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9990" y="5818556"/>
            <a:ext cx="321625" cy="321625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47E940EE-9ABE-2A3B-7544-82A403E19450}"/>
              </a:ext>
            </a:extLst>
          </p:cNvPr>
          <p:cNvGrpSpPr/>
          <p:nvPr/>
        </p:nvGrpSpPr>
        <p:grpSpPr>
          <a:xfrm>
            <a:off x="6912136" y="4177943"/>
            <a:ext cx="5196532" cy="1123265"/>
            <a:chOff x="6768048" y="3882051"/>
            <a:chExt cx="5196532" cy="1123265"/>
          </a:xfrm>
        </p:grpSpPr>
        <p:pic>
          <p:nvPicPr>
            <p:cNvPr id="91" name="그래픽 90">
              <a:extLst>
                <a:ext uri="{FF2B5EF4-FFF2-40B4-BE49-F238E27FC236}">
                  <a16:creationId xmlns:a16="http://schemas.microsoft.com/office/drawing/2014/main" id="{A8FD9C56-2157-5E5A-A440-580466384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 flipV="1">
              <a:off x="6768048" y="3882051"/>
              <a:ext cx="1663769" cy="704998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FA678B-2EB1-169D-6EE4-F587EF397234}"/>
                </a:ext>
              </a:extLst>
            </p:cNvPr>
            <p:cNvSpPr txBox="1"/>
            <p:nvPr/>
          </p:nvSpPr>
          <p:spPr>
            <a:xfrm>
              <a:off x="6806013" y="4028125"/>
              <a:ext cx="5158567" cy="977191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TEAM B</a:t>
              </a:r>
              <a:r>
                <a:rPr lang="ko-KR" altLang="en-US" sz="24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조</a:t>
              </a:r>
              <a:endPara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  <a:p>
              <a:pPr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정원형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정지인</a:t>
              </a:r>
              <a:r>
                <a:rPr lang="en-US" altLang="ko-KR" sz="20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sz="2000" b="1" dirty="0" err="1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문진홍</a:t>
              </a:r>
              <a:endParaRPr lang="en-US" altLang="ko-KR" sz="20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9FD4E88D-B020-4750-822B-34E94FB9C2D3}"/>
              </a:ext>
            </a:extLst>
          </p:cNvPr>
          <p:cNvSpPr txBox="1"/>
          <p:nvPr/>
        </p:nvSpPr>
        <p:spPr>
          <a:xfrm>
            <a:off x="6743456" y="3128191"/>
            <a:ext cx="5158567" cy="98488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</a:t>
            </a: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실시간 사용자 참여형</a:t>
            </a:r>
            <a:endParaRPr lang="en-US" altLang="ko-KR" sz="3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지능형 커뮤니티 서비스</a:t>
            </a: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  <a:endParaRPr lang="ko-KR" altLang="en-US" sz="3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72801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래픽 21">
            <a:extLst>
              <a:ext uri="{FF2B5EF4-FFF2-40B4-BE49-F238E27FC236}">
                <a16:creationId xmlns:a16="http://schemas.microsoft.com/office/drawing/2014/main" id="{DA74FF4B-66B3-60E4-0B66-EA52522245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1"/>
            <a:ext cx="16453108" cy="9254873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02FBEB9F-9FB4-5657-130A-CD2351467C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" r="27522" b="23907"/>
          <a:stretch/>
        </p:blipFill>
        <p:spPr>
          <a:xfrm flipV="1">
            <a:off x="7546066" y="-1"/>
            <a:ext cx="4645934" cy="3296669"/>
          </a:xfrm>
          <a:prstGeom prst="rect">
            <a:avLst/>
          </a:prstGeom>
        </p:spPr>
      </p:pic>
      <p:pic>
        <p:nvPicPr>
          <p:cNvPr id="23" name="그래픽 22">
            <a:extLst>
              <a:ext uri="{FF2B5EF4-FFF2-40B4-BE49-F238E27FC236}">
                <a16:creationId xmlns:a16="http://schemas.microsoft.com/office/drawing/2014/main" id="{DC93D8B7-E021-DDBE-4439-051B5A27D6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76598" y="5136731"/>
            <a:ext cx="1419225" cy="1685925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E8DB05A1-B4D6-453C-6D19-E3F99477CCB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11818"/>
          <a:stretch/>
        </p:blipFill>
        <p:spPr>
          <a:xfrm>
            <a:off x="45945" y="3370103"/>
            <a:ext cx="3592516" cy="344619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27DEE60A-06FB-8528-5148-E5576BB19A0F}"/>
              </a:ext>
            </a:extLst>
          </p:cNvPr>
          <p:cNvGrpSpPr/>
          <p:nvPr/>
        </p:nvGrpSpPr>
        <p:grpSpPr>
          <a:xfrm>
            <a:off x="870882" y="519237"/>
            <a:ext cx="2266930" cy="1224702"/>
            <a:chOff x="870882" y="519237"/>
            <a:chExt cx="2266930" cy="122470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4733C01-501E-BDB3-3FB4-8A1A6AFBB517}"/>
                </a:ext>
              </a:extLst>
            </p:cNvPr>
            <p:cNvSpPr txBox="1"/>
            <p:nvPr/>
          </p:nvSpPr>
          <p:spPr>
            <a:xfrm>
              <a:off x="885600" y="912942"/>
              <a:ext cx="2252212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4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목 차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870882" y="519237"/>
              <a:ext cx="225221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8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8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1AEA493-6EE8-E6E0-22D0-D4B64342FD6D}"/>
              </a:ext>
            </a:extLst>
          </p:cNvPr>
          <p:cNvGrpSpPr/>
          <p:nvPr/>
        </p:nvGrpSpPr>
        <p:grpSpPr>
          <a:xfrm>
            <a:off x="6242110" y="2376079"/>
            <a:ext cx="5255150" cy="789154"/>
            <a:chOff x="6242110" y="2376079"/>
            <a:chExt cx="4444751" cy="58477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BC3CE16-3D78-432D-45D4-887A58C787A8}"/>
                </a:ext>
              </a:extLst>
            </p:cNvPr>
            <p:cNvSpPr txBox="1"/>
            <p:nvPr/>
          </p:nvSpPr>
          <p:spPr>
            <a:xfrm>
              <a:off x="7013793" y="2514579"/>
              <a:ext cx="3673068" cy="307777"/>
            </a:xfrm>
            <a:prstGeom prst="rect">
              <a:avLst/>
            </a:prstGeom>
            <a:noFill/>
          </p:spPr>
          <p:txBody>
            <a:bodyPr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개요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684A24D-EA77-472C-D9A2-BB6B189736F2}"/>
                </a:ext>
              </a:extLst>
            </p:cNvPr>
            <p:cNvSpPr txBox="1"/>
            <p:nvPr/>
          </p:nvSpPr>
          <p:spPr>
            <a:xfrm>
              <a:off x="6242110" y="2376079"/>
              <a:ext cx="74776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D20302EC-FD5F-4618-CE2E-659079D82F39}"/>
              </a:ext>
            </a:extLst>
          </p:cNvPr>
          <p:cNvGrpSpPr/>
          <p:nvPr/>
        </p:nvGrpSpPr>
        <p:grpSpPr>
          <a:xfrm>
            <a:off x="6242108" y="3175385"/>
            <a:ext cx="4701761" cy="789154"/>
            <a:chOff x="6242109" y="3175385"/>
            <a:chExt cx="3976700" cy="58477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DD6500-F434-1C7D-0147-703718F294D9}"/>
                </a:ext>
              </a:extLst>
            </p:cNvPr>
            <p:cNvSpPr txBox="1"/>
            <p:nvPr/>
          </p:nvSpPr>
          <p:spPr>
            <a:xfrm>
              <a:off x="7013793" y="3315668"/>
              <a:ext cx="3205016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팀 구성 및 역할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BCA31C1-3A00-5B22-AD1D-9939B1DD6C44}"/>
                </a:ext>
              </a:extLst>
            </p:cNvPr>
            <p:cNvSpPr txBox="1"/>
            <p:nvPr/>
          </p:nvSpPr>
          <p:spPr>
            <a:xfrm>
              <a:off x="6242109" y="3175385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21147F6-73ED-B15D-3DFE-4ADAFF33C696}"/>
              </a:ext>
            </a:extLst>
          </p:cNvPr>
          <p:cNvGrpSpPr/>
          <p:nvPr/>
        </p:nvGrpSpPr>
        <p:grpSpPr>
          <a:xfrm>
            <a:off x="6242109" y="3974691"/>
            <a:ext cx="4948861" cy="789154"/>
            <a:chOff x="6242109" y="3974691"/>
            <a:chExt cx="4185695" cy="58477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7E44B231-400D-B96D-4FEA-0393C6C1101A}"/>
                </a:ext>
              </a:extLst>
            </p:cNvPr>
            <p:cNvSpPr txBox="1"/>
            <p:nvPr/>
          </p:nvSpPr>
          <p:spPr>
            <a:xfrm>
              <a:off x="7013793" y="4116757"/>
              <a:ext cx="3414011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절차 및 방법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4BBDE-9A03-753D-BEBD-076DCAC77B43}"/>
                </a:ext>
              </a:extLst>
            </p:cNvPr>
            <p:cNvSpPr txBox="1"/>
            <p:nvPr/>
          </p:nvSpPr>
          <p:spPr>
            <a:xfrm>
              <a:off x="6242109" y="3974691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4936AF52-1B94-6FAA-0B07-46390BD1D250}"/>
              </a:ext>
            </a:extLst>
          </p:cNvPr>
          <p:cNvGrpSpPr/>
          <p:nvPr/>
        </p:nvGrpSpPr>
        <p:grpSpPr>
          <a:xfrm>
            <a:off x="6242109" y="4773997"/>
            <a:ext cx="3850335" cy="789154"/>
            <a:chOff x="6242109" y="4773997"/>
            <a:chExt cx="3256573" cy="584775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7011022-0A21-498C-52F2-7DEE3D0CBE42}"/>
                </a:ext>
              </a:extLst>
            </p:cNvPr>
            <p:cNvSpPr txBox="1"/>
            <p:nvPr/>
          </p:nvSpPr>
          <p:spPr>
            <a:xfrm>
              <a:off x="7013793" y="4917846"/>
              <a:ext cx="2484889" cy="30777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20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수행 경과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B5840F-C867-1449-73D3-066733F5C22F}"/>
                </a:ext>
              </a:extLst>
            </p:cNvPr>
            <p:cNvSpPr txBox="1"/>
            <p:nvPr/>
          </p:nvSpPr>
          <p:spPr>
            <a:xfrm>
              <a:off x="6242109" y="4773997"/>
              <a:ext cx="76447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3200" b="1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3200" dirty="0">
                <a:solidFill>
                  <a:srgbClr val="3378C8">
                    <a:alpha val="50000"/>
                  </a:srgbClr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B796DA2-A294-786D-A804-14A5CA4298D2}"/>
              </a:ext>
            </a:extLst>
          </p:cNvPr>
          <p:cNvSpPr txBox="1"/>
          <p:nvPr/>
        </p:nvSpPr>
        <p:spPr>
          <a:xfrm>
            <a:off x="0" y="674370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807ED90-BD54-871A-198F-7B8B0FF7B0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-1042684" y="4289182"/>
            <a:ext cx="142875" cy="142875"/>
          </a:xfrm>
          <a:prstGeom prst="rect">
            <a:avLst/>
          </a:prstGeom>
        </p:spPr>
      </p:pic>
      <p:pic>
        <p:nvPicPr>
          <p:cNvPr id="50" name="그래픽 49">
            <a:extLst>
              <a:ext uri="{FF2B5EF4-FFF2-40B4-BE49-F238E27FC236}">
                <a16:creationId xmlns:a16="http://schemas.microsoft.com/office/drawing/2014/main" id="{30C31F35-2805-AE48-BDF2-EA025493CB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73038" y="1555170"/>
            <a:ext cx="233362" cy="233362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E4DB9DB-68C0-99C7-C871-369EF59049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2700000">
            <a:off x="11933337" y="302760"/>
            <a:ext cx="343679" cy="343679"/>
          </a:xfrm>
          <a:prstGeom prst="rect">
            <a:avLst/>
          </a:prstGeom>
        </p:spPr>
      </p:pic>
      <p:grpSp>
        <p:nvGrpSpPr>
          <p:cNvPr id="9" name="그룹 8">
            <a:extLst>
              <a:ext uri="{FF2B5EF4-FFF2-40B4-BE49-F238E27FC236}">
                <a16:creationId xmlns:a16="http://schemas.microsoft.com/office/drawing/2014/main" id="{EBF7D4C4-C114-692A-CA6C-BFE8DEAD4DDC}"/>
              </a:ext>
            </a:extLst>
          </p:cNvPr>
          <p:cNvGrpSpPr/>
          <p:nvPr/>
        </p:nvGrpSpPr>
        <p:grpSpPr>
          <a:xfrm>
            <a:off x="296588" y="1043222"/>
            <a:ext cx="6161017" cy="4371570"/>
            <a:chOff x="296588" y="1043222"/>
            <a:chExt cx="6161017" cy="4371570"/>
          </a:xfrm>
        </p:grpSpPr>
        <p:pic>
          <p:nvPicPr>
            <p:cNvPr id="25" name="그래픽 24">
              <a:extLst>
                <a:ext uri="{FF2B5EF4-FFF2-40B4-BE49-F238E27FC236}">
                  <a16:creationId xmlns:a16="http://schemas.microsoft.com/office/drawing/2014/main" id="{2B60E93F-B972-BFFC-0CF7-C8C6035FC20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46394" y="1043222"/>
              <a:ext cx="6111211" cy="3433995"/>
            </a:xfrm>
            <a:prstGeom prst="rect">
              <a:avLst/>
            </a:prstGeom>
          </p:spPr>
        </p:pic>
        <p:pic>
          <p:nvPicPr>
            <p:cNvPr id="40" name="그래픽 39">
              <a:extLst>
                <a:ext uri="{FF2B5EF4-FFF2-40B4-BE49-F238E27FC236}">
                  <a16:creationId xmlns:a16="http://schemas.microsoft.com/office/drawing/2014/main" id="{E5BD5758-E313-FA1D-F891-ED6E4998A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3709557" y="5176667"/>
              <a:ext cx="238125" cy="238125"/>
            </a:xfrm>
            <a:prstGeom prst="rect">
              <a:avLst/>
            </a:prstGeom>
          </p:spPr>
        </p:pic>
        <p:pic>
          <p:nvPicPr>
            <p:cNvPr id="46" name="그래픽 45">
              <a:extLst>
                <a:ext uri="{FF2B5EF4-FFF2-40B4-BE49-F238E27FC236}">
                  <a16:creationId xmlns:a16="http://schemas.microsoft.com/office/drawing/2014/main" id="{67B47286-5E9D-782A-E602-D5E6C06D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538270" y="4298532"/>
              <a:ext cx="106965" cy="106965"/>
            </a:xfrm>
            <a:prstGeom prst="rect">
              <a:avLst/>
            </a:prstGeom>
          </p:spPr>
        </p:pic>
        <p:pic>
          <p:nvPicPr>
            <p:cNvPr id="48" name="그래픽 47">
              <a:extLst>
                <a:ext uri="{FF2B5EF4-FFF2-40B4-BE49-F238E27FC236}">
                  <a16:creationId xmlns:a16="http://schemas.microsoft.com/office/drawing/2014/main" id="{E638B003-6F0A-E445-44EF-5D295FB0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03634" y="2752292"/>
              <a:ext cx="320555" cy="320555"/>
            </a:xfrm>
            <a:prstGeom prst="rect">
              <a:avLst/>
            </a:prstGeom>
          </p:spPr>
        </p:pic>
        <p:pic>
          <p:nvPicPr>
            <p:cNvPr id="54" name="그래픽 53">
              <a:extLst>
                <a:ext uri="{FF2B5EF4-FFF2-40B4-BE49-F238E27FC236}">
                  <a16:creationId xmlns:a16="http://schemas.microsoft.com/office/drawing/2014/main" id="{FB713AF8-DDAC-1DA9-8897-D1948DF33C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296588" y="1824462"/>
              <a:ext cx="320555" cy="3043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93930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사각형: 둥근 한쪽 모서리 17">
            <a:extLst>
              <a:ext uri="{FF2B5EF4-FFF2-40B4-BE49-F238E27FC236}">
                <a16:creationId xmlns:a16="http://schemas.microsoft.com/office/drawing/2014/main" id="{2EAF6D58-084F-2DED-DF2E-AAB0DF464557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39452E3-2013-66BF-2EBE-F0EC960C4077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2519771-A232-D9CF-4769-EBFF2F8CFBB1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109AB5-00CA-F0E8-7FD9-645FB6E912A9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개요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93CAA92-4EAE-8A8B-E8EE-0F5B51065B1A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01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26" name="그림 25">
            <a:extLst>
              <a:ext uri="{FF2B5EF4-FFF2-40B4-BE49-F238E27FC236}">
                <a16:creationId xmlns:a16="http://schemas.microsoft.com/office/drawing/2014/main" id="{FE80A41B-F61E-4713-97AE-0B084B8425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pic>
        <p:nvPicPr>
          <p:cNvPr id="7" name="그래픽 6">
            <a:extLst>
              <a:ext uri="{FF2B5EF4-FFF2-40B4-BE49-F238E27FC236}">
                <a16:creationId xmlns:a16="http://schemas.microsoft.com/office/drawing/2014/main" id="{83FBC032-B6AF-A79B-5B30-F603859AE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934670"/>
            <a:ext cx="12192000" cy="92333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F3F47CD5-B807-B83F-61E9-F4274413B9B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D5EC40-66CF-4031-0B6C-BB0FF72B95AC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8" name="그래픽 37">
            <a:extLst>
              <a:ext uri="{FF2B5EF4-FFF2-40B4-BE49-F238E27FC236}">
                <a16:creationId xmlns:a16="http://schemas.microsoft.com/office/drawing/2014/main" id="{52169E4C-2799-F656-9DE1-1585D60362A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77" name="그래픽 76">
            <a:extLst>
              <a:ext uri="{FF2B5EF4-FFF2-40B4-BE49-F238E27FC236}">
                <a16:creationId xmlns:a16="http://schemas.microsoft.com/office/drawing/2014/main" id="{07A591E4-A623-F9E5-1D76-C87CC8D6F30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987BCEF9-B226-F362-6313-E55EE99118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90202" y="3164584"/>
            <a:ext cx="178594" cy="178594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4B110257-EB8E-76DE-368E-E544EFAFF9E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0272352">
            <a:off x="386995" y="5443343"/>
            <a:ext cx="186904" cy="207671"/>
          </a:xfrm>
          <a:prstGeom prst="rect">
            <a:avLst/>
          </a:prstGeom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2D42B1E-2EB5-D71D-F8B8-63CD366F3570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44921"/>
          <a:stretch/>
        </p:blipFill>
        <p:spPr>
          <a:xfrm rot="10800000">
            <a:off x="11016343" y="4903197"/>
            <a:ext cx="1175656" cy="779989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F78E59B9-5F04-49C5-1722-52369FFA7F3C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5412"/>
          <a:stretch/>
        </p:blipFill>
        <p:spPr>
          <a:xfrm>
            <a:off x="0" y="3261891"/>
            <a:ext cx="2914927" cy="2847758"/>
          </a:xfrm>
          <a:prstGeom prst="rect">
            <a:avLst/>
          </a:prstGeom>
        </p:spPr>
      </p:pic>
      <p:pic>
        <p:nvPicPr>
          <p:cNvPr id="8" name="그래픽 7">
            <a:extLst>
              <a:ext uri="{FF2B5EF4-FFF2-40B4-BE49-F238E27FC236}">
                <a16:creationId xmlns:a16="http://schemas.microsoft.com/office/drawing/2014/main" id="{7B6B5F6A-0FEB-342B-332D-F2272FE569D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672484" y="2240918"/>
            <a:ext cx="149373" cy="149373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6C06CAEA-D42C-8C82-E16B-734CD805394A}"/>
              </a:ext>
            </a:extLst>
          </p:cNvPr>
          <p:cNvGrpSpPr/>
          <p:nvPr/>
        </p:nvGrpSpPr>
        <p:grpSpPr>
          <a:xfrm>
            <a:off x="7339013" y="2373418"/>
            <a:ext cx="2122307" cy="3803725"/>
            <a:chOff x="7348911" y="2373418"/>
            <a:chExt cx="2122307" cy="3803725"/>
          </a:xfrm>
        </p:grpSpPr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1E00A0C-E033-E8EB-4A85-EABC364FE2F4}"/>
                </a:ext>
              </a:extLst>
            </p:cNvPr>
            <p:cNvGrpSpPr/>
            <p:nvPr/>
          </p:nvGrpSpPr>
          <p:grpSpPr>
            <a:xfrm>
              <a:off x="7348911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35" name="사각형: 둥근 위쪽 모서리 34">
                <a:extLst>
                  <a:ext uri="{FF2B5EF4-FFF2-40B4-BE49-F238E27FC236}">
                    <a16:creationId xmlns:a16="http://schemas.microsoft.com/office/drawing/2014/main" id="{AD146179-C1F1-3711-0B2A-B9627695808E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4B042380-0F27-357E-BDB8-039E536A1A5F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BCA0D17-CB83-60D4-6F44-E62408BFE773}"/>
                </a:ext>
              </a:extLst>
            </p:cNvPr>
            <p:cNvGrpSpPr/>
            <p:nvPr/>
          </p:nvGrpSpPr>
          <p:grpSpPr>
            <a:xfrm>
              <a:off x="8203202" y="2373418"/>
              <a:ext cx="408282" cy="351966"/>
              <a:chOff x="450324" y="2128945"/>
              <a:chExt cx="889526" cy="766832"/>
            </a:xfrm>
          </p:grpSpPr>
          <p:sp>
            <p:nvSpPr>
              <p:cNvPr id="21" name="육각형 20">
                <a:extLst>
                  <a:ext uri="{FF2B5EF4-FFF2-40B4-BE49-F238E27FC236}">
                    <a16:creationId xmlns:a16="http://schemas.microsoft.com/office/drawing/2014/main" id="{88D704B2-061D-BCA3-26C9-FF5A1B078C7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4" name="자유형: 도형 23">
                <a:extLst>
                  <a:ext uri="{FF2B5EF4-FFF2-40B4-BE49-F238E27FC236}">
                    <a16:creationId xmlns:a16="http://schemas.microsoft.com/office/drawing/2014/main" id="{FCB1DB5E-57FA-B081-7842-479DE5036470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75BD135-58A4-FB54-3A11-75A3487B65B0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4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0E5BBE0F-3417-3F88-1387-99E3FB412ECD}"/>
              </a:ext>
            </a:extLst>
          </p:cNvPr>
          <p:cNvGrpSpPr/>
          <p:nvPr/>
        </p:nvGrpSpPr>
        <p:grpSpPr>
          <a:xfrm>
            <a:off x="491899" y="2373418"/>
            <a:ext cx="2122308" cy="3803725"/>
            <a:chOff x="501797" y="2373418"/>
            <a:chExt cx="2122308" cy="3803725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14783ACD-1AA6-FF6B-495F-A59938EC7ED4}"/>
                </a:ext>
              </a:extLst>
            </p:cNvPr>
            <p:cNvGrpSpPr/>
            <p:nvPr/>
          </p:nvGrpSpPr>
          <p:grpSpPr>
            <a:xfrm>
              <a:off x="501798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89" name="사각형: 둥근 위쪽 모서리 88">
                <a:extLst>
                  <a:ext uri="{FF2B5EF4-FFF2-40B4-BE49-F238E27FC236}">
                    <a16:creationId xmlns:a16="http://schemas.microsoft.com/office/drawing/2014/main" id="{9487F184-B80E-E980-A76D-497489E39B5B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7533C0E5-37D4-666D-ED97-04FE66D8AA07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3F42FBE-711F-2AE5-DA50-EBCDB0265D7B}"/>
                </a:ext>
              </a:extLst>
            </p:cNvPr>
            <p:cNvSpPr txBox="1"/>
            <p:nvPr/>
          </p:nvSpPr>
          <p:spPr>
            <a:xfrm>
              <a:off x="710830" y="2803836"/>
              <a:ext cx="1704241" cy="98058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주제 및 선정 배경</a:t>
              </a:r>
              <a: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, </a:t>
              </a:r>
              <a:br>
                <a:rPr lang="en-US" altLang="ko-KR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기획의도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99B77B5-7708-F027-9821-B23D2CEEC13C}"/>
                </a:ext>
              </a:extLst>
            </p:cNvPr>
            <p:cNvGrpSpPr/>
            <p:nvPr/>
          </p:nvGrpSpPr>
          <p:grpSpPr>
            <a:xfrm>
              <a:off x="1398903" y="2373418"/>
              <a:ext cx="408282" cy="388045"/>
              <a:chOff x="450324" y="2128945"/>
              <a:chExt cx="889526" cy="845438"/>
            </a:xfrm>
          </p:grpSpPr>
          <p:sp>
            <p:nvSpPr>
              <p:cNvPr id="86" name="육각형 85">
                <a:extLst>
                  <a:ext uri="{FF2B5EF4-FFF2-40B4-BE49-F238E27FC236}">
                    <a16:creationId xmlns:a16="http://schemas.microsoft.com/office/drawing/2014/main" id="{F6936F92-A6DE-5ACE-9B7A-91588D13D8D9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7" name="자유형: 도형 86">
                <a:extLst>
                  <a:ext uri="{FF2B5EF4-FFF2-40B4-BE49-F238E27FC236}">
                    <a16:creationId xmlns:a16="http://schemas.microsoft.com/office/drawing/2014/main" id="{3A2FA4EF-8448-1B99-E95A-6C8D85E801EB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CFB97A8-0377-4583-43C1-B930793AB1B7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702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1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D316C95-1060-3E2B-12CF-65A95B12E668}"/>
                </a:ext>
              </a:extLst>
            </p:cNvPr>
            <p:cNvSpPr txBox="1"/>
            <p:nvPr/>
          </p:nvSpPr>
          <p:spPr>
            <a:xfrm>
              <a:off x="501797" y="4149080"/>
              <a:ext cx="2122307" cy="1768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 IT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개발자 커뮤니티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컨셉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+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실시간 참여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(SNS)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+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지능형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  <a:p>
              <a:pPr algn="ctr">
                <a:lnSpc>
                  <a:spcPct val="110000"/>
                </a:lnSpc>
                <a:defRPr/>
              </a:pP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=</a:t>
              </a:r>
            </a:p>
            <a:p>
              <a:pPr algn="ctr">
                <a:lnSpc>
                  <a:spcPct val="11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어젠 일반인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→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이젠 개발자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  <a:p>
              <a:pPr algn="ctr">
                <a:lnSpc>
                  <a:spcPct val="150000"/>
                </a:lnSpc>
                <a:defRPr/>
              </a:pP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개발실력 향상 </a:t>
              </a:r>
              <a:r>
                <a: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+ </a:t>
              </a:r>
              <a:r>
                <a:rPr lang="ko-KR" altLang="en-US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OTF Regular" panose="00000500000000000000" pitchFamily="50" charset="-127"/>
                  <a:ea typeface="세방고딕 OTF Regular" panose="00000500000000000000" pitchFamily="50" charset="-127"/>
                </a:rPr>
                <a:t>재미</a:t>
              </a:r>
              <a:endPara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311B0875-3DFC-7826-A161-D12F6A206631}"/>
                </a:ext>
              </a:extLst>
            </p:cNvPr>
            <p:cNvCxnSpPr>
              <a:cxnSpLocks/>
            </p:cNvCxnSpPr>
            <p:nvPr/>
          </p:nvCxnSpPr>
          <p:spPr>
            <a:xfrm>
              <a:off x="1458728" y="4041068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77EFC602-0655-EA65-32C1-E8D5294AECFB}"/>
              </a:ext>
            </a:extLst>
          </p:cNvPr>
          <p:cNvGrpSpPr/>
          <p:nvPr/>
        </p:nvGrpSpPr>
        <p:grpSpPr>
          <a:xfrm>
            <a:off x="2774271" y="2373418"/>
            <a:ext cx="2122307" cy="3803725"/>
            <a:chOff x="2784169" y="2373418"/>
            <a:chExt cx="2122307" cy="3803725"/>
          </a:xfrm>
        </p:grpSpPr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865315C-A3ED-823F-9D27-0B0DB41EC7B2}"/>
                </a:ext>
              </a:extLst>
            </p:cNvPr>
            <p:cNvGrpSpPr/>
            <p:nvPr/>
          </p:nvGrpSpPr>
          <p:grpSpPr>
            <a:xfrm>
              <a:off x="2784169" y="2567441"/>
              <a:ext cx="2122307" cy="3609702"/>
              <a:chOff x="2815881" y="2567441"/>
              <a:chExt cx="2122307" cy="3609702"/>
            </a:xfrm>
            <a:effectLst/>
          </p:grpSpPr>
          <p:sp>
            <p:nvSpPr>
              <p:cNvPr id="100" name="사각형: 둥근 위쪽 모서리 99">
                <a:extLst>
                  <a:ext uri="{FF2B5EF4-FFF2-40B4-BE49-F238E27FC236}">
                    <a16:creationId xmlns:a16="http://schemas.microsoft.com/office/drawing/2014/main" id="{BBADC5C0-E325-0E29-F1CB-2BBDC807F88A}"/>
                  </a:ext>
                </a:extLst>
              </p:cNvPr>
              <p:cNvSpPr/>
              <p:nvPr/>
            </p:nvSpPr>
            <p:spPr>
              <a:xfrm>
                <a:off x="2815881" y="2567441"/>
                <a:ext cx="2122307" cy="3609702"/>
              </a:xfrm>
              <a:prstGeom prst="round2SameRect">
                <a:avLst/>
              </a:prstGeom>
              <a:solidFill>
                <a:srgbClr val="FFFEFB"/>
              </a:solidFill>
              <a:ln>
                <a:noFill/>
              </a:ln>
              <a:effectLst>
                <a:outerShdw blurRad="6350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212270CE-CB89-13D3-2499-5C569A88DAEE}"/>
                  </a:ext>
                </a:extLst>
              </p:cNvPr>
              <p:cNvSpPr/>
              <p:nvPr/>
            </p:nvSpPr>
            <p:spPr>
              <a:xfrm>
                <a:off x="2815882" y="6034088"/>
                <a:ext cx="2122306" cy="143055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27AD5890-AF29-E0F7-5DF1-9DF4B1625828}"/>
                </a:ext>
              </a:extLst>
            </p:cNvPr>
            <p:cNvGrpSpPr/>
            <p:nvPr/>
          </p:nvGrpSpPr>
          <p:grpSpPr>
            <a:xfrm>
              <a:off x="3688352" y="2373418"/>
              <a:ext cx="408282" cy="351966"/>
              <a:chOff x="450324" y="2128945"/>
              <a:chExt cx="889526" cy="766832"/>
            </a:xfrm>
          </p:grpSpPr>
          <p:sp>
            <p:nvSpPr>
              <p:cNvPr id="97" name="육각형 96">
                <a:extLst>
                  <a:ext uri="{FF2B5EF4-FFF2-40B4-BE49-F238E27FC236}">
                    <a16:creationId xmlns:a16="http://schemas.microsoft.com/office/drawing/2014/main" id="{8AD1C042-8D07-9E58-1A73-AFEE6C2785CC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FFD85C"/>
              </a:solidFill>
              <a:ln w="12700"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5C50914A-ADE3-6AA2-6754-C3EFBEB768D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34000"/>
                    </a:schemeClr>
                  </a:gs>
                  <a:gs pos="0">
                    <a:srgbClr val="FFD85C">
                      <a:alpha val="39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CA1A6F98-920F-FD16-1543-468789EEEDEF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2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086D7F53-B19B-7B51-63AC-E8DAEA19E2B8}"/>
                </a:ext>
              </a:extLst>
            </p:cNvPr>
            <p:cNvSpPr txBox="1"/>
            <p:nvPr/>
          </p:nvSpPr>
          <p:spPr>
            <a:xfrm>
              <a:off x="2993202" y="2888940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내용</a:t>
              </a:r>
              <a: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73245428-5F16-23A3-826B-B1AC2BF87895}"/>
                </a:ext>
              </a:extLst>
            </p:cNvPr>
            <p:cNvCxnSpPr>
              <a:cxnSpLocks/>
            </p:cNvCxnSpPr>
            <p:nvPr/>
          </p:nvCxnSpPr>
          <p:spPr>
            <a:xfrm>
              <a:off x="3741100" y="4005064"/>
              <a:ext cx="208445" cy="0"/>
            </a:xfrm>
            <a:prstGeom prst="line">
              <a:avLst/>
            </a:prstGeom>
            <a:ln w="19050">
              <a:solidFill>
                <a:srgbClr val="FFD85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1214E4F1-BB37-F167-4210-26A757521B0C}"/>
              </a:ext>
            </a:extLst>
          </p:cNvPr>
          <p:cNvGrpSpPr/>
          <p:nvPr/>
        </p:nvGrpSpPr>
        <p:grpSpPr>
          <a:xfrm>
            <a:off x="5056642" y="2373418"/>
            <a:ext cx="2122307" cy="3803725"/>
            <a:chOff x="5066540" y="2373418"/>
            <a:chExt cx="2122307" cy="3803725"/>
          </a:xfrm>
        </p:grpSpPr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78A4A06D-5101-B6C5-2F44-97F7FFB0E367}"/>
                </a:ext>
              </a:extLst>
            </p:cNvPr>
            <p:cNvGrpSpPr/>
            <p:nvPr/>
          </p:nvGrpSpPr>
          <p:grpSpPr>
            <a:xfrm>
              <a:off x="5066540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11" name="사각형: 둥근 위쪽 모서리 110">
                <a:extLst>
                  <a:ext uri="{FF2B5EF4-FFF2-40B4-BE49-F238E27FC236}">
                    <a16:creationId xmlns:a16="http://schemas.microsoft.com/office/drawing/2014/main" id="{F72DAD37-8C9C-A1D9-B260-16DAC4007425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FE7EC4F7-D4F8-F4A3-01C4-3E8C7714799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B410AAFA-ABAB-A573-8432-15C5B3A0C32F}"/>
                </a:ext>
              </a:extLst>
            </p:cNvPr>
            <p:cNvGrpSpPr/>
            <p:nvPr/>
          </p:nvGrpSpPr>
          <p:grpSpPr>
            <a:xfrm>
              <a:off x="5923552" y="2373418"/>
              <a:ext cx="408282" cy="351966"/>
              <a:chOff x="450324" y="2128945"/>
              <a:chExt cx="889526" cy="766832"/>
            </a:xfrm>
          </p:grpSpPr>
          <p:sp>
            <p:nvSpPr>
              <p:cNvPr id="108" name="육각형 107">
                <a:extLst>
                  <a:ext uri="{FF2B5EF4-FFF2-40B4-BE49-F238E27FC236}">
                    <a16:creationId xmlns:a16="http://schemas.microsoft.com/office/drawing/2014/main" id="{AE51D1FE-03C0-C049-C523-94B45875B5B1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09" name="자유형: 도형 108">
                <a:extLst>
                  <a:ext uri="{FF2B5EF4-FFF2-40B4-BE49-F238E27FC236}">
                    <a16:creationId xmlns:a16="http://schemas.microsoft.com/office/drawing/2014/main" id="{364AFCE3-9443-9AA3-E7F4-393D5C3EC046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A6BB7FA7-4265-9252-35CB-18E831EA9EE9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3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F374B2A9-7830-9D16-5469-6D770935621E}"/>
                </a:ext>
              </a:extLst>
            </p:cNvPr>
            <p:cNvCxnSpPr>
              <a:cxnSpLocks/>
            </p:cNvCxnSpPr>
            <p:nvPr/>
          </p:nvCxnSpPr>
          <p:spPr>
            <a:xfrm>
              <a:off x="6021203" y="4005064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A784CCE-E54B-C0F2-3979-277593F62A92}"/>
              </a:ext>
            </a:extLst>
          </p:cNvPr>
          <p:cNvGrpSpPr/>
          <p:nvPr/>
        </p:nvGrpSpPr>
        <p:grpSpPr>
          <a:xfrm>
            <a:off x="9621385" y="2373418"/>
            <a:ext cx="2122307" cy="3803725"/>
            <a:chOff x="9631283" y="2373418"/>
            <a:chExt cx="2122307" cy="3803725"/>
          </a:xfrm>
        </p:grpSpPr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9A6EBD5C-A4FC-1FDE-C45A-C129D11A7773}"/>
                </a:ext>
              </a:extLst>
            </p:cNvPr>
            <p:cNvGrpSpPr/>
            <p:nvPr/>
          </p:nvGrpSpPr>
          <p:grpSpPr>
            <a:xfrm>
              <a:off x="9631283" y="2567441"/>
              <a:ext cx="2122307" cy="3609702"/>
              <a:chOff x="541891" y="2567441"/>
              <a:chExt cx="2122307" cy="3609702"/>
            </a:xfrm>
            <a:effectLst/>
          </p:grpSpPr>
          <p:sp>
            <p:nvSpPr>
              <p:cNvPr id="122" name="사각형: 둥근 위쪽 모서리 121">
                <a:extLst>
                  <a:ext uri="{FF2B5EF4-FFF2-40B4-BE49-F238E27FC236}">
                    <a16:creationId xmlns:a16="http://schemas.microsoft.com/office/drawing/2014/main" id="{9F1D2BA5-A67E-8CA8-68CC-CC5DD3253E8D}"/>
                  </a:ext>
                </a:extLst>
              </p:cNvPr>
              <p:cNvSpPr/>
              <p:nvPr/>
            </p:nvSpPr>
            <p:spPr>
              <a:xfrm>
                <a:off x="541891" y="2567441"/>
                <a:ext cx="2122307" cy="3609702"/>
              </a:xfrm>
              <a:prstGeom prst="round2SameRect">
                <a:avLst/>
              </a:prstGeom>
              <a:solidFill>
                <a:srgbClr val="FCFDFE"/>
              </a:solidFill>
              <a:ln>
                <a:noFill/>
              </a:ln>
              <a:effectLst>
                <a:outerShdw blurRad="6350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E43722B3-BD0E-2ECA-6689-6A2C0563E3C8}"/>
                  </a:ext>
                </a:extLst>
              </p:cNvPr>
              <p:cNvSpPr/>
              <p:nvPr/>
            </p:nvSpPr>
            <p:spPr>
              <a:xfrm>
                <a:off x="541891" y="6034088"/>
                <a:ext cx="2122306" cy="143055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C64B61DA-1255-6FB8-B1A7-48CDA752882F}"/>
                </a:ext>
              </a:extLst>
            </p:cNvPr>
            <p:cNvGrpSpPr/>
            <p:nvPr/>
          </p:nvGrpSpPr>
          <p:grpSpPr>
            <a:xfrm>
              <a:off x="10488295" y="2373418"/>
              <a:ext cx="408282" cy="351966"/>
              <a:chOff x="450324" y="2128945"/>
              <a:chExt cx="889526" cy="766832"/>
            </a:xfrm>
          </p:grpSpPr>
          <p:sp>
            <p:nvSpPr>
              <p:cNvPr id="119" name="육각형 118">
                <a:extLst>
                  <a:ext uri="{FF2B5EF4-FFF2-40B4-BE49-F238E27FC236}">
                    <a16:creationId xmlns:a16="http://schemas.microsoft.com/office/drawing/2014/main" id="{0F2F5C11-84D6-40F6-58B4-4FE0F40AE182}"/>
                  </a:ext>
                </a:extLst>
              </p:cNvPr>
              <p:cNvSpPr/>
              <p:nvPr/>
            </p:nvSpPr>
            <p:spPr>
              <a:xfrm>
                <a:off x="450324" y="2128945"/>
                <a:ext cx="889526" cy="766832"/>
              </a:xfrm>
              <a:prstGeom prst="hexagon">
                <a:avLst/>
              </a:prstGeom>
              <a:solidFill>
                <a:srgbClr val="3378C8"/>
              </a:solidFill>
              <a:ln w="12700"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0" name="자유형: 도형 119">
                <a:extLst>
                  <a:ext uri="{FF2B5EF4-FFF2-40B4-BE49-F238E27FC236}">
                    <a16:creationId xmlns:a16="http://schemas.microsoft.com/office/drawing/2014/main" id="{2446D4A2-DACF-C677-5F03-56CE8A2EFC79}"/>
                  </a:ext>
                </a:extLst>
              </p:cNvPr>
              <p:cNvSpPr/>
              <p:nvPr/>
            </p:nvSpPr>
            <p:spPr>
              <a:xfrm rot="4666750">
                <a:off x="505813" y="2117833"/>
                <a:ext cx="667576" cy="698546"/>
              </a:xfrm>
              <a:custGeom>
                <a:avLst/>
                <a:gdLst>
                  <a:gd name="connsiteX0" fmla="*/ 0 w 751712"/>
                  <a:gd name="connsiteY0" fmla="*/ 497894 h 766419"/>
                  <a:gd name="connsiteX1" fmla="*/ 107134 w 751712"/>
                  <a:gd name="connsiteY1" fmla="*/ 3253 h 766419"/>
                  <a:gd name="connsiteX2" fmla="*/ 119855 w 751712"/>
                  <a:gd name="connsiteY2" fmla="*/ 0 h 766419"/>
                  <a:gd name="connsiteX3" fmla="*/ 751712 w 751712"/>
                  <a:gd name="connsiteY3" fmla="*/ 649798 h 766419"/>
                  <a:gd name="connsiteX4" fmla="*/ 749455 w 751712"/>
                  <a:gd name="connsiteY4" fmla="*/ 660217 h 766419"/>
                  <a:gd name="connsiteX5" fmla="*/ 334147 w 751712"/>
                  <a:gd name="connsiteY5" fmla="*/ 766419 h 766419"/>
                  <a:gd name="connsiteX6" fmla="*/ 0 w 751712"/>
                  <a:gd name="connsiteY6" fmla="*/ 497894 h 766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>
                <a:gsLst>
                  <a:gs pos="69000">
                    <a:schemeClr val="bg1">
                      <a:alpha val="20000"/>
                    </a:schemeClr>
                  </a:gs>
                  <a:gs pos="0">
                    <a:srgbClr val="2069C2">
                      <a:alpha val="14000"/>
                    </a:srgbClr>
                  </a:gs>
                </a:gsLst>
                <a:lin ang="150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ko-KR" altLang="en-US" sz="1400"/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B19A7F1C-BDCB-C77C-081D-155B7A2BD92B}"/>
                  </a:ext>
                </a:extLst>
              </p:cNvPr>
              <p:cNvSpPr txBox="1"/>
              <p:nvPr/>
            </p:nvSpPr>
            <p:spPr>
              <a:xfrm>
                <a:off x="616568" y="2271884"/>
                <a:ext cx="557043" cy="5364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 latinLnBrk="0"/>
                <a:r>
                  <a:rPr lang="en-US" altLang="ko-KR" sz="160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세방고딕 Bold" panose="00000800000000000000" pitchFamily="2" charset="-127"/>
                    <a:ea typeface="세방고딕 Bold" panose="00000800000000000000" pitchFamily="2" charset="-127"/>
                    <a:cs typeface="Pretendard SemiBold" panose="02000703000000020004" pitchFamily="2" charset="-127"/>
                  </a:rPr>
                  <a:t>5</a:t>
                </a:r>
                <a:endPara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  <a:cs typeface="Pretendard SemiBold" panose="02000703000000020004" pitchFamily="2" charset="-127"/>
                </a:endParaRP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6350446-6771-1509-1C33-D986D90321A6}"/>
                </a:ext>
              </a:extLst>
            </p:cNvPr>
            <p:cNvSpPr txBox="1"/>
            <p:nvPr/>
          </p:nvSpPr>
          <p:spPr>
            <a:xfrm>
              <a:off x="9833059" y="2909438"/>
              <a:ext cx="1704241" cy="7355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활용방안 및</a:t>
              </a:r>
              <a:br>
                <a:rPr lang="en-US" altLang="ko-KR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9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기대 효과</a:t>
              </a:r>
            </a:p>
          </p:txBody>
        </p: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FC2AFA84-BAD4-C827-E0E3-CE251C052D01}"/>
                </a:ext>
              </a:extLst>
            </p:cNvPr>
            <p:cNvCxnSpPr>
              <a:cxnSpLocks/>
            </p:cNvCxnSpPr>
            <p:nvPr/>
          </p:nvCxnSpPr>
          <p:spPr>
            <a:xfrm>
              <a:off x="10583679" y="3969060"/>
              <a:ext cx="208445" cy="0"/>
            </a:xfrm>
            <a:prstGeom prst="line">
              <a:avLst/>
            </a:prstGeom>
            <a:ln w="19050">
              <a:solidFill>
                <a:srgbClr val="3378C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77140A24-4427-2901-0E48-56E8102BC738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28" name="_x278651016" descr="EMB0000378c3f3d">
              <a:extLst>
                <a:ext uri="{FF2B5EF4-FFF2-40B4-BE49-F238E27FC236}">
                  <a16:creationId xmlns:a16="http://schemas.microsoft.com/office/drawing/2014/main" id="{63145737-FAD3-C459-34E2-FEA7EE5FEDB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9" name="그래픽 23">
              <a:extLst>
                <a:ext uri="{FF2B5EF4-FFF2-40B4-BE49-F238E27FC236}">
                  <a16:creationId xmlns:a16="http://schemas.microsoft.com/office/drawing/2014/main" id="{7C23C462-5B92-8099-5E84-F4F6B2B9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27E62E5A-58D4-4E3F-BA25-E9AAAFA8B482}"/>
              </a:ext>
            </a:extLst>
          </p:cNvPr>
          <p:cNvSpPr txBox="1"/>
          <p:nvPr/>
        </p:nvSpPr>
        <p:spPr>
          <a:xfrm>
            <a:off x="2786185" y="4149080"/>
            <a:ext cx="2122307" cy="1786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사용자 활동로그 기반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-</a:t>
            </a: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맞춤 광고 노출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관심 키워드 자가체크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게시글 추천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실시간 태그추천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채팅 대화주제 추천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A31C54-8EDD-49F6-A07C-224EFB11BE99}"/>
              </a:ext>
            </a:extLst>
          </p:cNvPr>
          <p:cNvSpPr txBox="1"/>
          <p:nvPr/>
        </p:nvSpPr>
        <p:spPr>
          <a:xfrm>
            <a:off x="5265675" y="2852936"/>
            <a:ext cx="1704241" cy="73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개발환경 및</a:t>
            </a:r>
            <a:endParaRPr lang="en-US" altLang="ko-KR" sz="19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개발도구</a:t>
            </a:r>
            <a:endParaRPr lang="en-US" altLang="ko-KR" sz="19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CFF5D14-CEA6-430C-ABBC-A7E81264CCC7}"/>
              </a:ext>
            </a:extLst>
          </p:cNvPr>
          <p:cNvSpPr txBox="1"/>
          <p:nvPr/>
        </p:nvSpPr>
        <p:spPr>
          <a:xfrm>
            <a:off x="5039987" y="4113076"/>
            <a:ext cx="2122307" cy="2005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개발환경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windows</a:t>
            </a: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Python 3.12</a:t>
            </a: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Mysql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endParaRPr lang="en-US" altLang="ko-KR" sz="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개발도구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Visual Studio Code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Git, </a:t>
            </a:r>
            <a:r>
              <a:rPr lang="en-US" altLang="ko-KR" sz="12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Github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DBeaver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013A14-11EC-4A80-B443-1E451C2C070F}"/>
              </a:ext>
            </a:extLst>
          </p:cNvPr>
          <p:cNvSpPr txBox="1"/>
          <p:nvPr/>
        </p:nvSpPr>
        <p:spPr>
          <a:xfrm>
            <a:off x="7522578" y="2852936"/>
            <a:ext cx="1704241" cy="73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개발기술 및 </a:t>
            </a:r>
            <a:endParaRPr lang="en-US" altLang="ko-KR" sz="19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9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rPr>
              <a:t>언어</a:t>
            </a:r>
            <a:endParaRPr lang="en-US" altLang="ko-KR" sz="19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FFC000"/>
              </a:solidFill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D69C9EB-B25D-4CA4-9BDA-7DE8BE0DE4B4}"/>
              </a:ext>
            </a:extLst>
          </p:cNvPr>
          <p:cNvCxnSpPr>
            <a:cxnSpLocks/>
          </p:cNvCxnSpPr>
          <p:nvPr/>
        </p:nvCxnSpPr>
        <p:spPr>
          <a:xfrm>
            <a:off x="8316839" y="4005064"/>
            <a:ext cx="208445" cy="0"/>
          </a:xfrm>
          <a:prstGeom prst="line">
            <a:avLst/>
          </a:prstGeom>
          <a:ln w="19050">
            <a:solidFill>
              <a:srgbClr val="FFD85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D945B39A-F430-487B-989B-BB2B074FF115}"/>
              </a:ext>
            </a:extLst>
          </p:cNvPr>
          <p:cNvSpPr txBox="1"/>
          <p:nvPr/>
        </p:nvSpPr>
        <p:spPr>
          <a:xfrm>
            <a:off x="7394073" y="4104483"/>
            <a:ext cx="2122307" cy="1802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개발기술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Flask</a:t>
            </a: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Flask-</a:t>
            </a:r>
            <a:r>
              <a:rPr lang="en-US" altLang="ko-KR" sz="12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SocketIO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Bs4, Selenium, sentence-transformers, scikit-learn</a:t>
            </a:r>
          </a:p>
          <a:p>
            <a:pPr algn="ctr">
              <a:lnSpc>
                <a:spcPct val="110000"/>
              </a:lnSpc>
              <a:defRPr/>
            </a:pPr>
            <a:r>
              <a:rPr lang="en-US" altLang="ko-KR" sz="5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endParaRPr lang="en-US" altLang="ko-KR" sz="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개발언어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Python</a:t>
            </a:r>
          </a:p>
          <a:p>
            <a:pPr algn="ctr">
              <a:lnSpc>
                <a:spcPct val="110000"/>
              </a:lnSpc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JavaScript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ADB22D56-50D7-4E49-9FD5-B850B47EEBDA}"/>
              </a:ext>
            </a:extLst>
          </p:cNvPr>
          <p:cNvSpPr txBox="1"/>
          <p:nvPr/>
        </p:nvSpPr>
        <p:spPr>
          <a:xfrm>
            <a:off x="9620486" y="4182991"/>
            <a:ext cx="2122307" cy="151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사용자 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DB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고도화 후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정밀화 된 맞춤 광고 가능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타겟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(IT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개발자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)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니즈 파악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자체개발 강의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 &amp;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서적 출시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  <a:p>
            <a:pPr algn="ctr">
              <a:lnSpc>
                <a:spcPct val="110000"/>
              </a:lnSpc>
              <a:defRPr/>
            </a:pP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구인</a:t>
            </a: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/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OTF Regular" panose="00000500000000000000" pitchFamily="50" charset="-127"/>
                <a:ea typeface="세방고딕 OTF Regular" panose="00000500000000000000" pitchFamily="50" charset="-127"/>
              </a:rPr>
              <a:t>구직 탭 확장 가능 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OTF Regular" panose="00000500000000000000" pitchFamily="50" charset="-127"/>
              <a:ea typeface="세방고딕 OTF Regular" panose="000005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1215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그래픽 190">
            <a:extLst>
              <a:ext uri="{FF2B5EF4-FFF2-40B4-BE49-F238E27FC236}">
                <a16:creationId xmlns:a16="http://schemas.microsoft.com/office/drawing/2014/main" id="{B5967736-A99C-BBBF-FEBF-FDFE9F35EF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3D39D92-E66A-0690-755F-95170021E213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팀 구성 및 역할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02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E5DD20A-D98D-477C-D6C5-F50C33B663C9}"/>
              </a:ext>
            </a:extLst>
          </p:cNvPr>
          <p:cNvSpPr/>
          <p:nvPr/>
        </p:nvSpPr>
        <p:spPr>
          <a:xfrm>
            <a:off x="515380" y="2097591"/>
            <a:ext cx="11218265" cy="378909"/>
          </a:xfrm>
          <a:prstGeom prst="roundRect">
            <a:avLst/>
          </a:prstGeom>
          <a:solidFill>
            <a:srgbClr val="3378C8"/>
          </a:solidFill>
          <a:ln>
            <a:noFill/>
          </a:ln>
          <a:effectLst>
            <a:outerShdw dist="38100" dir="2700000" algn="tl" rotWithShape="0">
              <a:srgbClr val="3378C8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7" name="표 86">
            <a:extLst>
              <a:ext uri="{FF2B5EF4-FFF2-40B4-BE49-F238E27FC236}">
                <a16:creationId xmlns:a16="http://schemas.microsoft.com/office/drawing/2014/main" id="{B6F09869-21B3-E967-FCA1-6C7319A8CE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409000"/>
              </p:ext>
            </p:extLst>
          </p:nvPr>
        </p:nvGraphicFramePr>
        <p:xfrm>
          <a:off x="524528" y="2721878"/>
          <a:ext cx="11218265" cy="3666223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431012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8995165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</a:tblGrid>
              <a:tr h="56177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훈련생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역할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i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담당 업무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정원형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팀장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정지인</a:t>
                      </a:r>
                      <a:endParaRPr lang="ko-KR" altLang="en-US" sz="1800" b="0" i="0" u="none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</a:rPr>
                        <a:t>팀원</a:t>
                      </a: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6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 err="1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문진홍</a:t>
                      </a:r>
                      <a:endParaRPr kumimoji="0" lang="ko-KR" altLang="en-US" sz="18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팀원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7761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박진용</a:t>
                      </a:r>
                      <a:endParaRPr kumimoji="0" lang="ko-KR" altLang="en-US" sz="20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ko-KR" altLang="en-US" sz="1600" b="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멘토</a:t>
                      </a: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6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9" name="그래픽 98">
            <a:extLst>
              <a:ext uri="{FF2B5EF4-FFF2-40B4-BE49-F238E27FC236}">
                <a16:creationId xmlns:a16="http://schemas.microsoft.com/office/drawing/2014/main" id="{5B63BFCA-250A-8794-3EEE-3E4B309735E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4974"/>
          <a:stretch/>
        </p:blipFill>
        <p:spPr>
          <a:xfrm rot="14660350">
            <a:off x="1714" y="5530566"/>
            <a:ext cx="1452422" cy="917364"/>
          </a:xfrm>
          <a:prstGeom prst="rect">
            <a:avLst/>
          </a:prstGeom>
        </p:spPr>
      </p:pic>
      <p:pic>
        <p:nvPicPr>
          <p:cNvPr id="122" name="그래픽 121">
            <a:extLst>
              <a:ext uri="{FF2B5EF4-FFF2-40B4-BE49-F238E27FC236}">
                <a16:creationId xmlns:a16="http://schemas.microsoft.com/office/drawing/2014/main" id="{651648DD-586C-CE25-FB11-AE7760A15C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04453" y="6126651"/>
            <a:ext cx="109959" cy="109959"/>
          </a:xfrm>
          <a:prstGeom prst="rect">
            <a:avLst/>
          </a:prstGeom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45F92146-B07B-C311-EF22-FCD8E1FE76C5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5" name="_x278651016" descr="EMB0000378c3f3d">
              <a:extLst>
                <a:ext uri="{FF2B5EF4-FFF2-40B4-BE49-F238E27FC236}">
                  <a16:creationId xmlns:a16="http://schemas.microsoft.com/office/drawing/2014/main" id="{717B51EC-2096-2458-0684-EA2B4FBCF1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그래픽 23">
              <a:extLst>
                <a:ext uri="{FF2B5EF4-FFF2-40B4-BE49-F238E27FC236}">
                  <a16:creationId xmlns:a16="http://schemas.microsoft.com/office/drawing/2014/main" id="{EA73D950-A5AF-E7B2-A931-ED4DC12A7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pic>
        <p:nvPicPr>
          <p:cNvPr id="132" name="그래픽 131">
            <a:extLst>
              <a:ext uri="{FF2B5EF4-FFF2-40B4-BE49-F238E27FC236}">
                <a16:creationId xmlns:a16="http://schemas.microsoft.com/office/drawing/2014/main" id="{B20C9C05-3F32-E0E6-6FA1-5DC1D8FDD44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21165700">
            <a:off x="8621099" y="4762217"/>
            <a:ext cx="3710393" cy="1869483"/>
          </a:xfrm>
          <a:prstGeom prst="rect">
            <a:avLst/>
          </a:prstGeom>
        </p:spPr>
      </p:pic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4C682B0-B182-409B-98BC-CBA1A5AE1950}"/>
              </a:ext>
            </a:extLst>
          </p:cNvPr>
          <p:cNvSpPr/>
          <p:nvPr/>
        </p:nvSpPr>
        <p:spPr>
          <a:xfrm>
            <a:off x="2999656" y="3497592"/>
            <a:ext cx="1584176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F4372EC-A744-4A9F-A83D-372948098465}"/>
              </a:ext>
            </a:extLst>
          </p:cNvPr>
          <p:cNvGrpSpPr/>
          <p:nvPr/>
        </p:nvGrpSpPr>
        <p:grpSpPr>
          <a:xfrm>
            <a:off x="2999656" y="3497592"/>
            <a:ext cx="358635" cy="358635"/>
            <a:chOff x="4525872" y="3492488"/>
            <a:chExt cx="358635" cy="358635"/>
          </a:xfrm>
        </p:grpSpPr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276A4F14-E00E-45FC-88A2-487B0728AC7B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64" name="그래픽 63">
              <a:extLst>
                <a:ext uri="{FF2B5EF4-FFF2-40B4-BE49-F238E27FC236}">
                  <a16:creationId xmlns:a16="http://schemas.microsoft.com/office/drawing/2014/main" id="{57157CD7-8DB9-4DF9-8B87-97E0532E99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21" name="직각 삼각형 20">
            <a:extLst>
              <a:ext uri="{FF2B5EF4-FFF2-40B4-BE49-F238E27FC236}">
                <a16:creationId xmlns:a16="http://schemas.microsoft.com/office/drawing/2014/main" id="{A01872FF-161C-69D3-F8F9-899739FC663C}"/>
              </a:ext>
            </a:extLst>
          </p:cNvPr>
          <p:cNvSpPr/>
          <p:nvPr/>
        </p:nvSpPr>
        <p:spPr>
          <a:xfrm flipH="1">
            <a:off x="10498987" y="5013787"/>
            <a:ext cx="1693012" cy="1372939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세방고딕 Bold" panose="00000800000000000000" pitchFamily="2" charset="-127"/>
              <a:ea typeface="세방고딕 Bold" panose="00000800000000000000" pitchFamily="2" charset="-127"/>
            </a:endParaRPr>
          </a:p>
        </p:txBody>
      </p:sp>
      <p:pic>
        <p:nvPicPr>
          <p:cNvPr id="19" name="그래픽 18">
            <a:extLst>
              <a:ext uri="{FF2B5EF4-FFF2-40B4-BE49-F238E27FC236}">
                <a16:creationId xmlns:a16="http://schemas.microsoft.com/office/drawing/2014/main" id="{969F3684-33E6-E58A-09AC-85913516B8A8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r="4407" b="11555"/>
          <a:stretch/>
        </p:blipFill>
        <p:spPr>
          <a:xfrm>
            <a:off x="10092346" y="4828596"/>
            <a:ext cx="2099654" cy="1557498"/>
          </a:xfrm>
          <a:prstGeom prst="rect">
            <a:avLst/>
          </a:prstGeom>
        </p:spPr>
      </p:pic>
      <p:pic>
        <p:nvPicPr>
          <p:cNvPr id="190" name="그래픽 189">
            <a:extLst>
              <a:ext uri="{FF2B5EF4-FFF2-40B4-BE49-F238E27FC236}">
                <a16:creationId xmlns:a16="http://schemas.microsoft.com/office/drawing/2014/main" id="{57C038B0-EFA2-D18E-D333-33AA86AB745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2700000">
            <a:off x="11833039" y="5062495"/>
            <a:ext cx="154011" cy="154011"/>
          </a:xfrm>
          <a:prstGeom prst="rect">
            <a:avLst/>
          </a:prstGeom>
        </p:spPr>
      </p:pic>
      <p:sp>
        <p:nvSpPr>
          <p:cNvPr id="150" name="TextBox 149">
            <a:extLst>
              <a:ext uri="{FF2B5EF4-FFF2-40B4-BE49-F238E27FC236}">
                <a16:creationId xmlns:a16="http://schemas.microsoft.com/office/drawing/2014/main" id="{FCB858A7-1A91-D7F1-463B-A7B454AD0CA1}"/>
              </a:ext>
            </a:extLst>
          </p:cNvPr>
          <p:cNvSpPr txBox="1"/>
          <p:nvPr/>
        </p:nvSpPr>
        <p:spPr>
          <a:xfrm>
            <a:off x="3330325" y="3537012"/>
            <a:ext cx="13975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아키텍처 설계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C7CA7D31-E464-4F60-AAEF-775E0379220D}"/>
              </a:ext>
            </a:extLst>
          </p:cNvPr>
          <p:cNvSpPr/>
          <p:nvPr/>
        </p:nvSpPr>
        <p:spPr>
          <a:xfrm>
            <a:off x="4777690" y="3502413"/>
            <a:ext cx="2470437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8292CD4C-45D0-4647-A421-F0545790CF39}"/>
              </a:ext>
            </a:extLst>
          </p:cNvPr>
          <p:cNvGrpSpPr/>
          <p:nvPr/>
        </p:nvGrpSpPr>
        <p:grpSpPr>
          <a:xfrm>
            <a:off x="4777691" y="3479509"/>
            <a:ext cx="358635" cy="358635"/>
            <a:chOff x="4525872" y="3492488"/>
            <a:chExt cx="358635" cy="358635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0037FB5-78A6-4B16-AA42-9D74D7ACBD7E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74" name="그래픽 73">
              <a:extLst>
                <a:ext uri="{FF2B5EF4-FFF2-40B4-BE49-F238E27FC236}">
                  <a16:creationId xmlns:a16="http://schemas.microsoft.com/office/drawing/2014/main" id="{4AE30EB7-0E52-4CAE-B28C-0D1D7E5B5D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925A106D-4B87-4AF2-8F03-8AB4FBCC5BE9}"/>
              </a:ext>
            </a:extLst>
          </p:cNvPr>
          <p:cNvSpPr txBox="1"/>
          <p:nvPr/>
        </p:nvSpPr>
        <p:spPr>
          <a:xfrm>
            <a:off x="5108360" y="3537012"/>
            <a:ext cx="194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프로젝트 디렉토리 설계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0A4B6F9F-61CF-4818-BB7B-BA2CD61BE087}"/>
              </a:ext>
            </a:extLst>
          </p:cNvPr>
          <p:cNvSpPr/>
          <p:nvPr/>
        </p:nvSpPr>
        <p:spPr>
          <a:xfrm>
            <a:off x="7423397" y="3502413"/>
            <a:ext cx="1557613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DE02A534-0582-41CB-869B-F001CAEAE104}"/>
              </a:ext>
            </a:extLst>
          </p:cNvPr>
          <p:cNvGrpSpPr/>
          <p:nvPr/>
        </p:nvGrpSpPr>
        <p:grpSpPr>
          <a:xfrm>
            <a:off x="7423398" y="3502413"/>
            <a:ext cx="358635" cy="358635"/>
            <a:chOff x="4525872" y="3492488"/>
            <a:chExt cx="358635" cy="358635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3B6946CC-68BE-4011-9748-63B04B85A31E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79" name="그래픽 78">
              <a:extLst>
                <a:ext uri="{FF2B5EF4-FFF2-40B4-BE49-F238E27FC236}">
                  <a16:creationId xmlns:a16="http://schemas.microsoft.com/office/drawing/2014/main" id="{B93633D3-3A28-4219-9B78-40BB1FE75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249EE4B6-FF14-4259-963E-92F9FA9D2E1B}"/>
              </a:ext>
            </a:extLst>
          </p:cNvPr>
          <p:cNvSpPr txBox="1"/>
          <p:nvPr/>
        </p:nvSpPr>
        <p:spPr>
          <a:xfrm>
            <a:off x="7754067" y="3537012"/>
            <a:ext cx="10062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작업 분배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B028F39-D40B-4FBA-AC02-B301A1DABF8F}"/>
              </a:ext>
            </a:extLst>
          </p:cNvPr>
          <p:cNvSpPr/>
          <p:nvPr/>
        </p:nvSpPr>
        <p:spPr>
          <a:xfrm>
            <a:off x="2999656" y="4234366"/>
            <a:ext cx="1260140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367721B2-EAD1-4670-9B41-B4B53E7CA9F1}"/>
              </a:ext>
            </a:extLst>
          </p:cNvPr>
          <p:cNvGrpSpPr/>
          <p:nvPr/>
        </p:nvGrpSpPr>
        <p:grpSpPr>
          <a:xfrm>
            <a:off x="2999656" y="4234366"/>
            <a:ext cx="358635" cy="358635"/>
            <a:chOff x="4525872" y="3492488"/>
            <a:chExt cx="358635" cy="358635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26AAFB55-29BB-475D-A9CE-71206749FBFA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90" name="그래픽 89">
              <a:extLst>
                <a:ext uri="{FF2B5EF4-FFF2-40B4-BE49-F238E27FC236}">
                  <a16:creationId xmlns:a16="http://schemas.microsoft.com/office/drawing/2014/main" id="{C6B10F05-FCF8-46E7-BB88-4783E1DEBA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E561B61B-87CF-42CE-A06E-A2050B3C6C87}"/>
              </a:ext>
            </a:extLst>
          </p:cNvPr>
          <p:cNvSpPr txBox="1"/>
          <p:nvPr/>
        </p:nvSpPr>
        <p:spPr>
          <a:xfrm>
            <a:off x="3330325" y="4273786"/>
            <a:ext cx="10014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설계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8C3B2F9A-9B9E-462E-BAF2-8D5B82B0BFDC}"/>
              </a:ext>
            </a:extLst>
          </p:cNvPr>
          <p:cNvSpPr/>
          <p:nvPr/>
        </p:nvSpPr>
        <p:spPr>
          <a:xfrm>
            <a:off x="4773696" y="4254892"/>
            <a:ext cx="2601010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E4E9627D-4DCD-446E-97C1-902642881592}"/>
              </a:ext>
            </a:extLst>
          </p:cNvPr>
          <p:cNvGrpSpPr/>
          <p:nvPr/>
        </p:nvGrpSpPr>
        <p:grpSpPr>
          <a:xfrm>
            <a:off x="4773697" y="4254892"/>
            <a:ext cx="358635" cy="358635"/>
            <a:chOff x="4525872" y="3492488"/>
            <a:chExt cx="358635" cy="358635"/>
          </a:xfrm>
        </p:grpSpPr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C149A7D8-5D59-4E92-98C7-D3A65B01359D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95" name="그래픽 94">
              <a:extLst>
                <a:ext uri="{FF2B5EF4-FFF2-40B4-BE49-F238E27FC236}">
                  <a16:creationId xmlns:a16="http://schemas.microsoft.com/office/drawing/2014/main" id="{0BE9189D-FA6B-4339-8D3D-2796C3620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96" name="TextBox 95">
            <a:extLst>
              <a:ext uri="{FF2B5EF4-FFF2-40B4-BE49-F238E27FC236}">
                <a16:creationId xmlns:a16="http://schemas.microsoft.com/office/drawing/2014/main" id="{46BEDD16-D6F0-4AD5-A68F-D6DE06415CF1}"/>
              </a:ext>
            </a:extLst>
          </p:cNvPr>
          <p:cNvSpPr txBox="1"/>
          <p:nvPr/>
        </p:nvSpPr>
        <p:spPr>
          <a:xfrm>
            <a:off x="5104366" y="4294312"/>
            <a:ext cx="22703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데이터 수집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</a:t>
            </a: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전처리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시각화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1767D919-AEBE-4186-B4E0-FBA819FCFAC2}"/>
              </a:ext>
            </a:extLst>
          </p:cNvPr>
          <p:cNvSpPr/>
          <p:nvPr/>
        </p:nvSpPr>
        <p:spPr>
          <a:xfrm>
            <a:off x="7493243" y="4245804"/>
            <a:ext cx="1502039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8EE0C4B2-97BB-4057-98F5-906142B4847A}"/>
              </a:ext>
            </a:extLst>
          </p:cNvPr>
          <p:cNvGrpSpPr/>
          <p:nvPr/>
        </p:nvGrpSpPr>
        <p:grpSpPr>
          <a:xfrm>
            <a:off x="7493244" y="4245804"/>
            <a:ext cx="358635" cy="358635"/>
            <a:chOff x="4525872" y="3492488"/>
            <a:chExt cx="358635" cy="358635"/>
          </a:xfrm>
        </p:grpSpPr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C9B31BF2-8EA0-4390-87B2-163BD839B978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01" name="그래픽 100">
              <a:extLst>
                <a:ext uri="{FF2B5EF4-FFF2-40B4-BE49-F238E27FC236}">
                  <a16:creationId xmlns:a16="http://schemas.microsoft.com/office/drawing/2014/main" id="{14D93135-C57E-4BC6-90F1-1E7D8A1F3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EF34117C-6EBB-44B6-BAA0-38C2C42305C0}"/>
              </a:ext>
            </a:extLst>
          </p:cNvPr>
          <p:cNvSpPr txBox="1"/>
          <p:nvPr/>
        </p:nvSpPr>
        <p:spPr>
          <a:xfrm>
            <a:off x="7823913" y="4285224"/>
            <a:ext cx="12979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ko-KR" altLang="en-US" sz="1400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백엔드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개발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86CFBC11-60F9-4CBC-B29D-DDB5281AA49D}"/>
              </a:ext>
            </a:extLst>
          </p:cNvPr>
          <p:cNvSpPr/>
          <p:nvPr/>
        </p:nvSpPr>
        <p:spPr>
          <a:xfrm>
            <a:off x="2994647" y="4994219"/>
            <a:ext cx="1260141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765AAB98-B4D8-442F-8FC3-5565D84D120E}"/>
              </a:ext>
            </a:extLst>
          </p:cNvPr>
          <p:cNvGrpSpPr/>
          <p:nvPr/>
        </p:nvGrpSpPr>
        <p:grpSpPr>
          <a:xfrm>
            <a:off x="2994649" y="4994219"/>
            <a:ext cx="358635" cy="358635"/>
            <a:chOff x="4525872" y="3492488"/>
            <a:chExt cx="358635" cy="358635"/>
          </a:xfrm>
        </p:grpSpPr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054DF64B-DE74-4569-8FD3-030C21A11137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11" name="그래픽 110">
              <a:extLst>
                <a:ext uri="{FF2B5EF4-FFF2-40B4-BE49-F238E27FC236}">
                  <a16:creationId xmlns:a16="http://schemas.microsoft.com/office/drawing/2014/main" id="{3199E6F0-5910-43C7-AE60-293E2BF36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54D5405-62D6-40C4-A7D9-4BF8D5074436}"/>
              </a:ext>
            </a:extLst>
          </p:cNvPr>
          <p:cNvSpPr txBox="1"/>
          <p:nvPr/>
        </p:nvSpPr>
        <p:spPr>
          <a:xfrm>
            <a:off x="3325318" y="5033639"/>
            <a:ext cx="7904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설계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00AE8535-2533-4077-AC2D-629EFA59951B}"/>
              </a:ext>
            </a:extLst>
          </p:cNvPr>
          <p:cNvSpPr/>
          <p:nvPr/>
        </p:nvSpPr>
        <p:spPr>
          <a:xfrm>
            <a:off x="4783894" y="5024007"/>
            <a:ext cx="1853591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AD439F32-6CDC-4B33-9F11-2E987217821A}"/>
              </a:ext>
            </a:extLst>
          </p:cNvPr>
          <p:cNvGrpSpPr/>
          <p:nvPr/>
        </p:nvGrpSpPr>
        <p:grpSpPr>
          <a:xfrm>
            <a:off x="4783896" y="5024007"/>
            <a:ext cx="358635" cy="358635"/>
            <a:chOff x="4525872" y="3492488"/>
            <a:chExt cx="358635" cy="358635"/>
          </a:xfrm>
        </p:grpSpPr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03ACA290-984D-4D4E-A906-54C30569E616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0CAC23FC-3CC5-4FC6-A2D3-646878915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24B7E7B2-8FC8-4FDC-B128-2FD58728587C}"/>
              </a:ext>
            </a:extLst>
          </p:cNvPr>
          <p:cNvSpPr txBox="1"/>
          <p:nvPr/>
        </p:nvSpPr>
        <p:spPr>
          <a:xfrm>
            <a:off x="5114565" y="5063427"/>
            <a:ext cx="10968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ko-KR" altLang="en-US" sz="140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백엔드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개발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EFBD490C-629D-4B66-9FBF-DF21ADA536D0}"/>
              </a:ext>
            </a:extLst>
          </p:cNvPr>
          <p:cNvSpPr/>
          <p:nvPr/>
        </p:nvSpPr>
        <p:spPr>
          <a:xfrm>
            <a:off x="6894094" y="5030275"/>
            <a:ext cx="1974214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863864A0-E5BA-495F-9EA3-7AA24CCC1E53}"/>
              </a:ext>
            </a:extLst>
          </p:cNvPr>
          <p:cNvGrpSpPr/>
          <p:nvPr/>
        </p:nvGrpSpPr>
        <p:grpSpPr>
          <a:xfrm>
            <a:off x="6894096" y="5030275"/>
            <a:ext cx="358635" cy="358635"/>
            <a:chOff x="4525872" y="3492488"/>
            <a:chExt cx="358635" cy="358635"/>
          </a:xfrm>
        </p:grpSpPr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8DD18B4A-4C71-49FD-9A8D-0FAF71CADF31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21" name="그래픽 120">
              <a:extLst>
                <a:ext uri="{FF2B5EF4-FFF2-40B4-BE49-F238E27FC236}">
                  <a16:creationId xmlns:a16="http://schemas.microsoft.com/office/drawing/2014/main" id="{0FB5B6F6-A969-48B1-B15E-7F66F9494F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E8639F2C-312F-46F6-9241-6F43DB2AF8C6}"/>
              </a:ext>
            </a:extLst>
          </p:cNvPr>
          <p:cNvSpPr txBox="1"/>
          <p:nvPr/>
        </p:nvSpPr>
        <p:spPr>
          <a:xfrm>
            <a:off x="7224765" y="5069695"/>
            <a:ext cx="14295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ko-KR" altLang="en-US" sz="140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프론트 엔드 개발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9A70861D-8334-4197-8FF8-8749120DA973}"/>
              </a:ext>
            </a:extLst>
          </p:cNvPr>
          <p:cNvSpPr/>
          <p:nvPr/>
        </p:nvSpPr>
        <p:spPr>
          <a:xfrm>
            <a:off x="2994647" y="5805658"/>
            <a:ext cx="4916132" cy="358635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B463DAC1-D8C8-4708-88CD-AC1B74A63D75}"/>
              </a:ext>
            </a:extLst>
          </p:cNvPr>
          <p:cNvGrpSpPr/>
          <p:nvPr/>
        </p:nvGrpSpPr>
        <p:grpSpPr>
          <a:xfrm>
            <a:off x="2994649" y="5805658"/>
            <a:ext cx="358635" cy="358635"/>
            <a:chOff x="4525872" y="3492488"/>
            <a:chExt cx="358635" cy="358635"/>
          </a:xfrm>
        </p:grpSpPr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879FAF8A-9D26-45A8-A174-9A7241EBCF8F}"/>
                </a:ext>
              </a:extLst>
            </p:cNvPr>
            <p:cNvSpPr/>
            <p:nvPr/>
          </p:nvSpPr>
          <p:spPr>
            <a:xfrm>
              <a:off x="4525872" y="3492488"/>
              <a:ext cx="358635" cy="358635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pic>
          <p:nvPicPr>
            <p:cNvPr id="133" name="그래픽 132">
              <a:extLst>
                <a:ext uri="{FF2B5EF4-FFF2-40B4-BE49-F238E27FC236}">
                  <a16:creationId xmlns:a16="http://schemas.microsoft.com/office/drawing/2014/main" id="{9ABDE73B-DB03-4311-B3BD-7F909A2BC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600414" y="3567030"/>
              <a:ext cx="209550" cy="209550"/>
            </a:xfrm>
            <a:prstGeom prst="rect">
              <a:avLst/>
            </a:prstGeom>
          </p:spPr>
        </p:pic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E7AE6429-180A-47B2-95ED-96C24B615A72}"/>
              </a:ext>
            </a:extLst>
          </p:cNvPr>
          <p:cNvSpPr txBox="1"/>
          <p:nvPr/>
        </p:nvSpPr>
        <p:spPr>
          <a:xfrm>
            <a:off x="3325317" y="5845078"/>
            <a:ext cx="42985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주제 선정 피드백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UX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개선 조언</a:t>
            </a:r>
            <a:r>
              <a:rPr lang="en-US" altLang="ko-KR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,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기능구현 기술 피드백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1090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그래픽 118">
            <a:extLst>
              <a:ext uri="{FF2B5EF4-FFF2-40B4-BE49-F238E27FC236}">
                <a16:creationId xmlns:a16="http://schemas.microsoft.com/office/drawing/2014/main" id="{3B28FD1B-8CAB-173B-64DC-E4F111CEE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그래픽 101">
            <a:extLst>
              <a:ext uri="{FF2B5EF4-FFF2-40B4-BE49-F238E27FC236}">
                <a16:creationId xmlns:a16="http://schemas.microsoft.com/office/drawing/2014/main" id="{2CE23C52-A318-2938-C4FB-99E2929F1DD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365" r="36132"/>
          <a:stretch/>
        </p:blipFill>
        <p:spPr>
          <a:xfrm rot="16200000" flipH="1">
            <a:off x="-70596" y="5743970"/>
            <a:ext cx="1184627" cy="1043434"/>
          </a:xfrm>
          <a:prstGeom prst="rect">
            <a:avLst/>
          </a:prstGeom>
        </p:spPr>
      </p:pic>
      <p:pic>
        <p:nvPicPr>
          <p:cNvPr id="100" name="그래픽 99">
            <a:extLst>
              <a:ext uri="{FF2B5EF4-FFF2-40B4-BE49-F238E27FC236}">
                <a16:creationId xmlns:a16="http://schemas.microsoft.com/office/drawing/2014/main" id="{7C74291E-3267-32F0-7B23-8F0B95B0AFF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16078" b="36588"/>
          <a:stretch/>
        </p:blipFill>
        <p:spPr>
          <a:xfrm rot="16200000">
            <a:off x="8716891" y="2969799"/>
            <a:ext cx="4528064" cy="2422157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7EEA120-670B-DBF5-A1A9-F8E6683304B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절차 및 방법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03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77676DE3-7328-57E8-8B39-BD8F02E8E18B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7" name="_x278651016" descr="EMB0000378c3f3d">
              <a:extLst>
                <a:ext uri="{FF2B5EF4-FFF2-40B4-BE49-F238E27FC236}">
                  <a16:creationId xmlns:a16="http://schemas.microsoft.com/office/drawing/2014/main" id="{4DCE3619-3918-2F61-1012-6E0DDFBCE9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6" name="그래픽 23">
              <a:extLst>
                <a:ext uri="{FF2B5EF4-FFF2-40B4-BE49-F238E27FC236}">
                  <a16:creationId xmlns:a16="http://schemas.microsoft.com/office/drawing/2014/main" id="{020FDD6C-3DBB-FB83-FA79-DA13219A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EE369A2-7FC3-B36D-85AB-2C2AFAC93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35396"/>
              </p:ext>
            </p:extLst>
          </p:nvPr>
        </p:nvGraphicFramePr>
        <p:xfrm>
          <a:off x="561968" y="1988840"/>
          <a:ext cx="11218265" cy="4692817"/>
        </p:xfrm>
        <a:graphic>
          <a:graphicData uri="http://schemas.openxmlformats.org/drawingml/2006/table">
            <a:tbl>
              <a:tblPr firstRow="1" bandRow="1">
                <a:effectLst/>
                <a:tableStyleId>{8EC20E35-A176-4012-BC5E-935CFFF8708E}</a:tableStyleId>
              </a:tblPr>
              <a:tblGrid>
                <a:gridCol w="1825620">
                  <a:extLst>
                    <a:ext uri="{9D8B030D-6E8A-4147-A177-3AD203B41FA5}">
                      <a16:colId xmlns:a16="http://schemas.microsoft.com/office/drawing/2014/main" val="4097100218"/>
                    </a:ext>
                  </a:extLst>
                </a:gridCol>
                <a:gridCol w="1993252">
                  <a:extLst>
                    <a:ext uri="{9D8B030D-6E8A-4147-A177-3AD203B41FA5}">
                      <a16:colId xmlns:a16="http://schemas.microsoft.com/office/drawing/2014/main" val="2200023631"/>
                    </a:ext>
                  </a:extLst>
                </a:gridCol>
                <a:gridCol w="5495580">
                  <a:extLst>
                    <a:ext uri="{9D8B030D-6E8A-4147-A177-3AD203B41FA5}">
                      <a16:colId xmlns:a16="http://schemas.microsoft.com/office/drawing/2014/main" val="1042151021"/>
                    </a:ext>
                  </a:extLst>
                </a:gridCol>
                <a:gridCol w="1903813">
                  <a:extLst>
                    <a:ext uri="{9D8B030D-6E8A-4147-A177-3AD203B41FA5}">
                      <a16:colId xmlns:a16="http://schemas.microsoft.com/office/drawing/2014/main" val="258602572"/>
                    </a:ext>
                  </a:extLst>
                </a:gridCol>
              </a:tblGrid>
              <a:tr h="406636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T="45741" marB="45741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기간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활동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i="0" kern="120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비고</a:t>
                      </a:r>
                    </a:p>
                  </a:txBody>
                  <a:tcPr marT="45741" marB="4574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07696"/>
                  </a:ext>
                </a:extLst>
              </a:tr>
              <a:tr h="10240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사전 기획</a:t>
                      </a: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11/26(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78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8731959"/>
                  </a:ext>
                </a:extLst>
              </a:tr>
              <a:tr h="31151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UX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 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/ DB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설계</a:t>
                      </a: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연결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11/26(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11/28(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AI 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기능 제외</a:t>
                      </a: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테스트</a:t>
                      </a: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352092"/>
                  </a:ext>
                </a:extLst>
              </a:tr>
              <a:tr h="59757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0000"/>
                        </a:lnSpc>
                        <a:spcBef>
                          <a:spcPts val="600"/>
                        </a:spcBef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데이터 수집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/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시각화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12/01(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12/03(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080325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모델링 </a:t>
                      </a:r>
                      <a:r>
                        <a:rPr kumimoji="0" lang="en-US" altLang="ko-KR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서비스 구축</a:t>
                      </a: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12/O3(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수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12/O5(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en-US" altLang="ko-KR" sz="140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중간발표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8740807"/>
                  </a:ext>
                </a:extLst>
              </a:tr>
              <a:tr h="6261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최적화 및 오류수정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12/08(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12/19(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fontAlgn="ctr">
                        <a:lnSpc>
                          <a:spcPct val="120000"/>
                        </a:lnSpc>
                        <a:spcBef>
                          <a:spcPts val="600"/>
                        </a:spcBef>
                        <a:buFont typeface="Arial" panose="020B0604020202020204" pitchFamily="34" charset="0"/>
                        <a:buNone/>
                      </a:pPr>
                      <a:endParaRPr kumimoji="0" lang="ko-KR" altLang="en-US" sz="1400" i="0" u="none" strike="noStrike" kern="1200" cap="none" spc="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73046"/>
                  </a:ext>
                </a:extLst>
              </a:tr>
              <a:tr h="65574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i="0" u="none" strike="noStrike" kern="1200" cap="none" spc="0" normalizeH="0" baseline="0" noProof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개발기간</a:t>
                      </a:r>
                    </a:p>
                  </a:txBody>
                  <a:tcPr marL="84930" marR="84930" marT="42485" marB="4248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rgbClr val="EAF1F9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11/24(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월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 ~ 12/19(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금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총 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4</a:t>
                      </a:r>
                      <a:r>
                        <a:rPr kumimoji="0" lang="ko-KR" altLang="en-US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주</a:t>
                      </a:r>
                      <a:r>
                        <a:rPr kumimoji="0" lang="en-US" altLang="ko-KR" sz="1400" i="0" u="none" strike="noStrike" kern="1200" cap="none" spc="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uLnTx/>
                          <a:uFillTx/>
                          <a:latin typeface="세방고딕 Regular" panose="00000500000000000000" pitchFamily="2" charset="-127"/>
                          <a:ea typeface="세방고딕 Regular" panose="000005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33437" marR="3915" marT="3915" marB="0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lg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uLnTx/>
                        <a:uFillTx/>
                        <a:latin typeface="세방고딕 Regular" panose="00000500000000000000" pitchFamily="2" charset="-127"/>
                        <a:ea typeface="세방고딕 Regular" panose="00000500000000000000" pitchFamily="2" charset="-127"/>
                        <a:cs typeface="+mn-cs"/>
                      </a:endParaRPr>
                    </a:p>
                  </a:txBody>
                  <a:tcPr marT="45741" marB="45741"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85464"/>
                  </a:ext>
                </a:extLst>
              </a:tr>
            </a:tbl>
          </a:graphicData>
        </a:graphic>
      </p:graphicFrame>
      <p:pic>
        <p:nvPicPr>
          <p:cNvPr id="98" name="그래픽 97">
            <a:extLst>
              <a:ext uri="{FF2B5EF4-FFF2-40B4-BE49-F238E27FC236}">
                <a16:creationId xmlns:a16="http://schemas.microsoft.com/office/drawing/2014/main" id="{7F4AB473-373B-18DB-30DC-4876DEC9D5AC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b="44800"/>
          <a:stretch/>
        </p:blipFill>
        <p:spPr>
          <a:xfrm rot="16200000">
            <a:off x="11244020" y="5770887"/>
            <a:ext cx="935617" cy="960347"/>
          </a:xfrm>
          <a:prstGeom prst="rect">
            <a:avLst/>
          </a:prstGeom>
        </p:spPr>
      </p:pic>
      <p:pic>
        <p:nvPicPr>
          <p:cNvPr id="104" name="그래픽 103">
            <a:extLst>
              <a:ext uri="{FF2B5EF4-FFF2-40B4-BE49-F238E27FC236}">
                <a16:creationId xmlns:a16="http://schemas.microsoft.com/office/drawing/2014/main" id="{798868CC-A712-50CF-7DBD-44E0281E482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9625" y="5477900"/>
            <a:ext cx="124936" cy="124936"/>
          </a:xfrm>
          <a:prstGeom prst="rect">
            <a:avLst/>
          </a:prstGeom>
        </p:spPr>
      </p:pic>
      <p:grpSp>
        <p:nvGrpSpPr>
          <p:cNvPr id="21" name="그룹 20">
            <a:extLst>
              <a:ext uri="{FF2B5EF4-FFF2-40B4-BE49-F238E27FC236}">
                <a16:creationId xmlns:a16="http://schemas.microsoft.com/office/drawing/2014/main" id="{7792D8BF-43D4-2E73-1A16-D112207FC64D}"/>
              </a:ext>
            </a:extLst>
          </p:cNvPr>
          <p:cNvGrpSpPr/>
          <p:nvPr/>
        </p:nvGrpSpPr>
        <p:grpSpPr>
          <a:xfrm>
            <a:off x="4511824" y="2564904"/>
            <a:ext cx="2456768" cy="326913"/>
            <a:chOff x="4574111" y="3307757"/>
            <a:chExt cx="2456768" cy="326913"/>
          </a:xfrm>
        </p:grpSpPr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174639B-D32A-99D5-EF92-9BD30C07E193}"/>
                </a:ext>
              </a:extLst>
            </p:cNvPr>
            <p:cNvGrpSpPr/>
            <p:nvPr/>
          </p:nvGrpSpPr>
          <p:grpSpPr>
            <a:xfrm>
              <a:off x="4574111" y="3307757"/>
              <a:ext cx="2456768" cy="326913"/>
              <a:chOff x="4665551" y="3307757"/>
              <a:chExt cx="2456768" cy="326913"/>
            </a:xfrm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id="{52EBB465-39DF-3F0C-FCC4-581E85DB0F3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42" name="사각형: 둥근 모서리 41">
                  <a:extLst>
                    <a:ext uri="{FF2B5EF4-FFF2-40B4-BE49-F238E27FC236}">
                      <a16:creationId xmlns:a16="http://schemas.microsoft.com/office/drawing/2014/main" id="{8CDE927C-B3E2-A43C-0418-E8587888C05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43" name="타원 42">
                  <a:extLst>
                    <a:ext uri="{FF2B5EF4-FFF2-40B4-BE49-F238E27FC236}">
                      <a16:creationId xmlns:a16="http://schemas.microsoft.com/office/drawing/2014/main" id="{174A2055-007B-2583-88F1-46E92C0E431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713753A6-3463-661C-1655-AAB129980639}"/>
                  </a:ext>
                </a:extLst>
              </p:cNvPr>
              <p:cNvSpPr txBox="1"/>
              <p:nvPr/>
            </p:nvSpPr>
            <p:spPr>
              <a:xfrm>
                <a:off x="5018659" y="3354794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프로젝트 기획 및 주제 선정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6" name="그래픽 105">
              <a:extLst>
                <a:ext uri="{FF2B5EF4-FFF2-40B4-BE49-F238E27FC236}">
                  <a16:creationId xmlns:a16="http://schemas.microsoft.com/office/drawing/2014/main" id="{270D4B4F-04D3-55E7-516E-6043FCD8779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88777C6-37C6-2C9B-E4E8-F841A676F252}"/>
              </a:ext>
            </a:extLst>
          </p:cNvPr>
          <p:cNvGrpSpPr/>
          <p:nvPr/>
        </p:nvGrpSpPr>
        <p:grpSpPr>
          <a:xfrm>
            <a:off x="7383737" y="2564904"/>
            <a:ext cx="1446165" cy="331473"/>
            <a:chOff x="7383737" y="3307761"/>
            <a:chExt cx="1446165" cy="331473"/>
          </a:xfrm>
        </p:grpSpPr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A5D00CAB-39EC-5F44-BC5A-AD56D3CB3D2E}"/>
                </a:ext>
              </a:extLst>
            </p:cNvPr>
            <p:cNvGrpSpPr/>
            <p:nvPr/>
          </p:nvGrpSpPr>
          <p:grpSpPr>
            <a:xfrm>
              <a:off x="7383737" y="3307761"/>
              <a:ext cx="1446165" cy="331473"/>
              <a:chOff x="4665551" y="3307761"/>
              <a:chExt cx="1446165" cy="331473"/>
            </a:xfrm>
          </p:grpSpPr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116429E9-8018-650E-0A76-0F372A969D05}"/>
                  </a:ext>
                </a:extLst>
              </p:cNvPr>
              <p:cNvGrpSpPr/>
              <p:nvPr/>
            </p:nvGrpSpPr>
            <p:grpSpPr>
              <a:xfrm>
                <a:off x="4665551" y="3307761"/>
                <a:ext cx="1446165" cy="331473"/>
                <a:chOff x="4665552" y="3307757"/>
                <a:chExt cx="1548052" cy="363637"/>
              </a:xfrm>
            </p:grpSpPr>
            <p:sp>
              <p:nvSpPr>
                <p:cNvPr id="52" name="사각형: 둥근 모서리 51">
                  <a:extLst>
                    <a:ext uri="{FF2B5EF4-FFF2-40B4-BE49-F238E27FC236}">
                      <a16:creationId xmlns:a16="http://schemas.microsoft.com/office/drawing/2014/main" id="{71A39B3E-69FF-C3F1-24C8-64A4F4271D63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548052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53" name="타원 52">
                  <a:extLst>
                    <a:ext uri="{FF2B5EF4-FFF2-40B4-BE49-F238E27FC236}">
                      <a16:creationId xmlns:a16="http://schemas.microsoft.com/office/drawing/2014/main" id="{5F7042F3-8D75-1DD9-4294-AE00C5FD31F5}"/>
                    </a:ext>
                  </a:extLst>
                </p:cNvPr>
                <p:cNvSpPr/>
                <p:nvPr/>
              </p:nvSpPr>
              <p:spPr>
                <a:xfrm>
                  <a:off x="4665552" y="3312759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161B534-EA92-F4BB-D3E0-0D678E22BBFC}"/>
                  </a:ext>
                </a:extLst>
              </p:cNvPr>
              <p:cNvSpPr txBox="1"/>
              <p:nvPr/>
            </p:nvSpPr>
            <p:spPr>
              <a:xfrm>
                <a:off x="4961990" y="3354798"/>
                <a:ext cx="109305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디렉토리 설계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7" name="그래픽 106">
              <a:extLst>
                <a:ext uri="{FF2B5EF4-FFF2-40B4-BE49-F238E27FC236}">
                  <a16:creationId xmlns:a16="http://schemas.microsoft.com/office/drawing/2014/main" id="{91B6FA92-3B1E-BAF5-F2DD-ED657763F1E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90054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FC2B727-B097-F8BF-18D1-2BB4C23A519E}"/>
              </a:ext>
            </a:extLst>
          </p:cNvPr>
          <p:cNvGrpSpPr/>
          <p:nvPr/>
        </p:nvGrpSpPr>
        <p:grpSpPr>
          <a:xfrm>
            <a:off x="4511824" y="2986998"/>
            <a:ext cx="1790569" cy="326913"/>
            <a:chOff x="4574112" y="3841157"/>
            <a:chExt cx="1790569" cy="326913"/>
          </a:xfrm>
        </p:grpSpPr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6CD6E83C-DB2E-7D5C-2AC4-D5A1AFF39FB6}"/>
                </a:ext>
              </a:extLst>
            </p:cNvPr>
            <p:cNvGrpSpPr/>
            <p:nvPr/>
          </p:nvGrpSpPr>
          <p:grpSpPr>
            <a:xfrm>
              <a:off x="4574112" y="3841157"/>
              <a:ext cx="1790569" cy="326913"/>
              <a:chOff x="4665552" y="3307757"/>
              <a:chExt cx="1790569" cy="326913"/>
            </a:xfrm>
          </p:grpSpPr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AE9A50F4-E71B-661C-F76E-57AAD92A8ACF}"/>
                  </a:ext>
                </a:extLst>
              </p:cNvPr>
              <p:cNvGrpSpPr/>
              <p:nvPr/>
            </p:nvGrpSpPr>
            <p:grpSpPr>
              <a:xfrm>
                <a:off x="4665552" y="3307757"/>
                <a:ext cx="1750489" cy="326913"/>
                <a:chOff x="4665552" y="3307757"/>
                <a:chExt cx="1873816" cy="358635"/>
              </a:xfrm>
            </p:grpSpPr>
            <p:sp>
              <p:nvSpPr>
                <p:cNvPr id="61" name="사각형: 둥근 모서리 60">
                  <a:extLst>
                    <a:ext uri="{FF2B5EF4-FFF2-40B4-BE49-F238E27FC236}">
                      <a16:creationId xmlns:a16="http://schemas.microsoft.com/office/drawing/2014/main" id="{DC02287B-1188-F76D-E52E-E08196FE2CEA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873816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E1BC6DA3-FFD4-0534-D4E1-8B56407D797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48405A1-81F1-1A77-3467-B61984F7C156}"/>
                  </a:ext>
                </a:extLst>
              </p:cNvPr>
              <p:cNvSpPr txBox="1"/>
              <p:nvPr/>
            </p:nvSpPr>
            <p:spPr>
              <a:xfrm>
                <a:off x="4999308" y="3340188"/>
                <a:ext cx="145681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200" spc="-3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HTML &amp; CSS</a:t>
                </a:r>
                <a:r>
                  <a:rPr lang="ko-KR" altLang="en-US" sz="1200" spc="-3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설계</a:t>
                </a:r>
                <a:endParaRPr lang="en-US" altLang="ko-KR" sz="1200" spc="-3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8" name="그래픽 107">
              <a:extLst>
                <a:ext uri="{FF2B5EF4-FFF2-40B4-BE49-F238E27FC236}">
                  <a16:creationId xmlns:a16="http://schemas.microsoft.com/office/drawing/2014/main" id="{F0E84F05-8158-F45F-6103-1BF5031C7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919590"/>
              <a:ext cx="149803" cy="180532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D055C24-6525-E6A2-FD97-074FB7AE5900}"/>
              </a:ext>
            </a:extLst>
          </p:cNvPr>
          <p:cNvGrpSpPr/>
          <p:nvPr/>
        </p:nvGrpSpPr>
        <p:grpSpPr>
          <a:xfrm>
            <a:off x="6499654" y="2979369"/>
            <a:ext cx="2474381" cy="326913"/>
            <a:chOff x="7321633" y="4515450"/>
            <a:chExt cx="2474381" cy="326913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E9D9B01-A33B-D7D2-85F0-D7D5F384A55C}"/>
                </a:ext>
              </a:extLst>
            </p:cNvPr>
            <p:cNvGrpSpPr/>
            <p:nvPr/>
          </p:nvGrpSpPr>
          <p:grpSpPr>
            <a:xfrm>
              <a:off x="7321633" y="4515450"/>
              <a:ext cx="2474381" cy="326913"/>
              <a:chOff x="4603447" y="3982050"/>
              <a:chExt cx="2474381" cy="326913"/>
            </a:xfrm>
          </p:grpSpPr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F1DE10FA-FC55-D960-9DE7-5C37EB730A18}"/>
                  </a:ext>
                </a:extLst>
              </p:cNvPr>
              <p:cNvGrpSpPr/>
              <p:nvPr/>
            </p:nvGrpSpPr>
            <p:grpSpPr>
              <a:xfrm>
                <a:off x="4603447" y="3982050"/>
                <a:ext cx="2474381" cy="326913"/>
                <a:chOff x="4599072" y="4047480"/>
                <a:chExt cx="2648709" cy="358635"/>
              </a:xfrm>
            </p:grpSpPr>
            <p:sp>
              <p:nvSpPr>
                <p:cNvPr id="67" name="사각형: 둥근 모서리 66">
                  <a:extLst>
                    <a:ext uri="{FF2B5EF4-FFF2-40B4-BE49-F238E27FC236}">
                      <a16:creationId xmlns:a16="http://schemas.microsoft.com/office/drawing/2014/main" id="{1F9F6BCD-1E50-DC25-3DA6-02B991267183}"/>
                    </a:ext>
                  </a:extLst>
                </p:cNvPr>
                <p:cNvSpPr/>
                <p:nvPr/>
              </p:nvSpPr>
              <p:spPr>
                <a:xfrm>
                  <a:off x="4599072" y="4047480"/>
                  <a:ext cx="2648709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A740A6B6-586D-30F6-3FD5-BE2EADC67242}"/>
                    </a:ext>
                  </a:extLst>
                </p:cNvPr>
                <p:cNvSpPr/>
                <p:nvPr/>
              </p:nvSpPr>
              <p:spPr>
                <a:xfrm>
                  <a:off x="4599072" y="4047480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CA86B6-E11A-4CCB-186F-0F7E9CCD0942}"/>
                  </a:ext>
                </a:extLst>
              </p:cNvPr>
              <p:cNvSpPr txBox="1"/>
              <p:nvPr/>
            </p:nvSpPr>
            <p:spPr>
              <a:xfrm>
                <a:off x="4956554" y="4014481"/>
                <a:ext cx="188683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공통 기능 및 페이지 모듈화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09" name="그래픽 108">
              <a:extLst>
                <a:ext uri="{FF2B5EF4-FFF2-40B4-BE49-F238E27FC236}">
                  <a16:creationId xmlns:a16="http://schemas.microsoft.com/office/drawing/2014/main" id="{1189161E-548A-6C49-38FE-EFA417864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7427949" y="4593883"/>
              <a:ext cx="149803" cy="180532"/>
            </a:xfrm>
            <a:prstGeom prst="rect">
              <a:avLst/>
            </a:prstGeom>
          </p:spPr>
        </p:pic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B6F0D4E-432C-3F96-3EA3-85698E2C9828}"/>
              </a:ext>
            </a:extLst>
          </p:cNvPr>
          <p:cNvGrpSpPr/>
          <p:nvPr/>
        </p:nvGrpSpPr>
        <p:grpSpPr>
          <a:xfrm>
            <a:off x="7048956" y="4252284"/>
            <a:ext cx="2456768" cy="326913"/>
            <a:chOff x="4574111" y="4369794"/>
            <a:chExt cx="2456768" cy="326913"/>
          </a:xfrm>
        </p:grpSpPr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227E8274-0A2C-8357-6959-DE160D7042F3}"/>
                </a:ext>
              </a:extLst>
            </p:cNvPr>
            <p:cNvGrpSpPr/>
            <p:nvPr/>
          </p:nvGrpSpPr>
          <p:grpSpPr>
            <a:xfrm>
              <a:off x="4574111" y="4369794"/>
              <a:ext cx="2456768" cy="326913"/>
              <a:chOff x="4665551" y="3307757"/>
              <a:chExt cx="2456768" cy="326913"/>
            </a:xfrm>
          </p:grpSpPr>
          <p:grpSp>
            <p:nvGrpSpPr>
              <p:cNvPr id="71" name="그룹 70">
                <a:extLst>
                  <a:ext uri="{FF2B5EF4-FFF2-40B4-BE49-F238E27FC236}">
                    <a16:creationId xmlns:a16="http://schemas.microsoft.com/office/drawing/2014/main" id="{7CB7853C-4AC9-1069-44B0-8817D1F1FD55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3" name="사각형: 둥근 모서리 72">
                  <a:extLst>
                    <a:ext uri="{FF2B5EF4-FFF2-40B4-BE49-F238E27FC236}">
                      <a16:creationId xmlns:a16="http://schemas.microsoft.com/office/drawing/2014/main" id="{8E545408-E50B-6F90-D463-953D3929A35B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74" name="타원 73">
                  <a:extLst>
                    <a:ext uri="{FF2B5EF4-FFF2-40B4-BE49-F238E27FC236}">
                      <a16:creationId xmlns:a16="http://schemas.microsoft.com/office/drawing/2014/main" id="{79F59F47-FAF7-0CDE-8C5F-5CB9BE8DB0C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7DBD37F-43AA-5CBF-7186-802468863128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데이터 분석</a:t>
                </a:r>
                <a:r>
                  <a:rPr lang="en-US" altLang="ko-KR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/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시각화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0" name="그래픽 109">
              <a:extLst>
                <a:ext uri="{FF2B5EF4-FFF2-40B4-BE49-F238E27FC236}">
                  <a16:creationId xmlns:a16="http://schemas.microsoft.com/office/drawing/2014/main" id="{15183D72-F3C9-5CD5-A80E-1E66FBC59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443464"/>
              <a:ext cx="149803" cy="180532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C382DD9C-6CFA-79A9-21D9-D91086EC0AAE}"/>
              </a:ext>
            </a:extLst>
          </p:cNvPr>
          <p:cNvGrpSpPr/>
          <p:nvPr/>
        </p:nvGrpSpPr>
        <p:grpSpPr>
          <a:xfrm>
            <a:off x="4514709" y="4866283"/>
            <a:ext cx="2456768" cy="326913"/>
            <a:chOff x="4574111" y="4896844"/>
            <a:chExt cx="2456768" cy="326913"/>
          </a:xfrm>
        </p:grpSpPr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600DF8E4-19D4-A618-4116-A49208004C00}"/>
                </a:ext>
              </a:extLst>
            </p:cNvPr>
            <p:cNvGrpSpPr/>
            <p:nvPr/>
          </p:nvGrpSpPr>
          <p:grpSpPr>
            <a:xfrm>
              <a:off x="4574111" y="4896844"/>
              <a:ext cx="2456768" cy="326913"/>
              <a:chOff x="4665551" y="3307757"/>
              <a:chExt cx="2456768" cy="326913"/>
            </a:xfrm>
          </p:grpSpPr>
          <p:grpSp>
            <p:nvGrpSpPr>
              <p:cNvPr id="77" name="그룹 76">
                <a:extLst>
                  <a:ext uri="{FF2B5EF4-FFF2-40B4-BE49-F238E27FC236}">
                    <a16:creationId xmlns:a16="http://schemas.microsoft.com/office/drawing/2014/main" id="{53C15FE9-37C0-C698-231F-B566813453D7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79" name="사각형: 둥근 모서리 78">
                  <a:extLst>
                    <a:ext uri="{FF2B5EF4-FFF2-40B4-BE49-F238E27FC236}">
                      <a16:creationId xmlns:a16="http://schemas.microsoft.com/office/drawing/2014/main" id="{609A3379-4631-8276-AF8A-10994CDEF097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5E20FC97-1169-EB3D-C18F-8768D8E1244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AF4CF284-F5E9-7E56-4BF0-D714FE48825D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모형 구현 및 서비스 구축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16" name="그래픽 115">
              <a:extLst>
                <a:ext uri="{FF2B5EF4-FFF2-40B4-BE49-F238E27FC236}">
                  <a16:creationId xmlns:a16="http://schemas.microsoft.com/office/drawing/2014/main" id="{F79D55F9-8B33-7828-2890-B15818F01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F7125055-425D-47C7-846F-26C8A9677B9A}"/>
              </a:ext>
            </a:extLst>
          </p:cNvPr>
          <p:cNvGrpSpPr/>
          <p:nvPr/>
        </p:nvGrpSpPr>
        <p:grpSpPr>
          <a:xfrm>
            <a:off x="4523078" y="3573016"/>
            <a:ext cx="1032862" cy="326914"/>
            <a:chOff x="2581919" y="4035619"/>
            <a:chExt cx="1032862" cy="326914"/>
          </a:xfrm>
        </p:grpSpPr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D7C16D32-0186-4DFF-BD15-473612AD160C}"/>
                </a:ext>
              </a:extLst>
            </p:cNvPr>
            <p:cNvGrpSpPr/>
            <p:nvPr/>
          </p:nvGrpSpPr>
          <p:grpSpPr>
            <a:xfrm>
              <a:off x="2581919" y="4035619"/>
              <a:ext cx="1032862" cy="326914"/>
              <a:chOff x="2533003" y="4106246"/>
              <a:chExt cx="1105630" cy="358636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96FD0C89-0EEF-4B06-9A8E-C60C85061AB8}"/>
                  </a:ext>
                </a:extLst>
              </p:cNvPr>
              <p:cNvSpPr/>
              <p:nvPr/>
            </p:nvSpPr>
            <p:spPr>
              <a:xfrm>
                <a:off x="2533004" y="4106247"/>
                <a:ext cx="1105629" cy="358635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7D3D2877-522A-4CB7-83D1-8CC1EC64EB3E}"/>
                  </a:ext>
                </a:extLst>
              </p:cNvPr>
              <p:cNvSpPr/>
              <p:nvPr/>
            </p:nvSpPr>
            <p:spPr>
              <a:xfrm>
                <a:off x="2533003" y="4106246"/>
                <a:ext cx="358635" cy="358635"/>
              </a:xfrm>
              <a:prstGeom prst="ellipse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23" name="그래픽 122">
              <a:extLst>
                <a:ext uri="{FF2B5EF4-FFF2-40B4-BE49-F238E27FC236}">
                  <a16:creationId xmlns:a16="http://schemas.microsoft.com/office/drawing/2014/main" id="{98A964CF-2E9A-4010-AD72-6FF17A449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697510" y="4114050"/>
              <a:ext cx="149803" cy="180532"/>
            </a:xfrm>
            <a:prstGeom prst="rect">
              <a:avLst/>
            </a:prstGeom>
          </p:spPr>
        </p:pic>
      </p:grp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C1031378-3F68-4E12-B627-CB281EE2F1F2}"/>
              </a:ext>
            </a:extLst>
          </p:cNvPr>
          <p:cNvGrpSpPr/>
          <p:nvPr/>
        </p:nvGrpSpPr>
        <p:grpSpPr>
          <a:xfrm>
            <a:off x="5745101" y="3570139"/>
            <a:ext cx="2324617" cy="326913"/>
            <a:chOff x="4574111" y="3307757"/>
            <a:chExt cx="2324617" cy="326913"/>
          </a:xfrm>
        </p:grpSpPr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D85BEF33-8C39-46A6-AAEF-29071F1DF5C1}"/>
                </a:ext>
              </a:extLst>
            </p:cNvPr>
            <p:cNvGrpSpPr/>
            <p:nvPr/>
          </p:nvGrpSpPr>
          <p:grpSpPr>
            <a:xfrm>
              <a:off x="4574111" y="3307757"/>
              <a:ext cx="2324617" cy="326913"/>
              <a:chOff x="4665551" y="3307757"/>
              <a:chExt cx="2324617" cy="326913"/>
            </a:xfrm>
          </p:grpSpPr>
          <p:grpSp>
            <p:nvGrpSpPr>
              <p:cNvPr id="131" name="그룹 130">
                <a:extLst>
                  <a:ext uri="{FF2B5EF4-FFF2-40B4-BE49-F238E27FC236}">
                    <a16:creationId xmlns:a16="http://schemas.microsoft.com/office/drawing/2014/main" id="{1A1C1033-6D5E-4DE0-BF70-7B8225778A4F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094951" cy="326913"/>
                <a:chOff x="4665552" y="3307757"/>
                <a:chExt cx="2242547" cy="358635"/>
              </a:xfrm>
            </p:grpSpPr>
            <p:sp>
              <p:nvSpPr>
                <p:cNvPr id="133" name="사각형: 둥근 모서리 132">
                  <a:extLst>
                    <a:ext uri="{FF2B5EF4-FFF2-40B4-BE49-F238E27FC236}">
                      <a16:creationId xmlns:a16="http://schemas.microsoft.com/office/drawing/2014/main" id="{AFD90530-0EE4-4DAF-A1A8-2C382FBDFAA4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242547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34" name="타원 133">
                  <a:extLst>
                    <a:ext uri="{FF2B5EF4-FFF2-40B4-BE49-F238E27FC236}">
                      <a16:creationId xmlns:a16="http://schemas.microsoft.com/office/drawing/2014/main" id="{B469F51E-7F48-4656-880D-DBCBE0B4D683}"/>
                    </a:ext>
                  </a:extLst>
                </p:cNvPr>
                <p:cNvSpPr/>
                <p:nvPr/>
              </p:nvSpPr>
              <p:spPr>
                <a:xfrm>
                  <a:off x="4665553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7E453A7-A3D2-42BB-B141-266958BB93B0}"/>
                  </a:ext>
                </a:extLst>
              </p:cNvPr>
              <p:cNvSpPr txBox="1"/>
              <p:nvPr/>
            </p:nvSpPr>
            <p:spPr>
              <a:xfrm>
                <a:off x="5018659" y="3354794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DB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설계 및 데이터 연결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30" name="그래픽 129">
              <a:extLst>
                <a:ext uri="{FF2B5EF4-FFF2-40B4-BE49-F238E27FC236}">
                  <a16:creationId xmlns:a16="http://schemas.microsoft.com/office/drawing/2014/main" id="{FBE0CE81-7CE6-4179-BF71-633E772AB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2043D5AC-E844-48AA-9CDA-1ADF5A0AEED3}"/>
              </a:ext>
            </a:extLst>
          </p:cNvPr>
          <p:cNvGrpSpPr/>
          <p:nvPr/>
        </p:nvGrpSpPr>
        <p:grpSpPr>
          <a:xfrm>
            <a:off x="4516717" y="4247342"/>
            <a:ext cx="2456768" cy="326913"/>
            <a:chOff x="4574111" y="3307757"/>
            <a:chExt cx="2456768" cy="326913"/>
          </a:xfrm>
        </p:grpSpPr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E94825B7-F8AE-49F9-B145-E5220CC141D5}"/>
                </a:ext>
              </a:extLst>
            </p:cNvPr>
            <p:cNvGrpSpPr/>
            <p:nvPr/>
          </p:nvGrpSpPr>
          <p:grpSpPr>
            <a:xfrm>
              <a:off x="4574111" y="3307757"/>
              <a:ext cx="2456768" cy="326913"/>
              <a:chOff x="4665551" y="3307757"/>
              <a:chExt cx="2456768" cy="326913"/>
            </a:xfrm>
          </p:grpSpPr>
          <p:grpSp>
            <p:nvGrpSpPr>
              <p:cNvPr id="138" name="그룹 137">
                <a:extLst>
                  <a:ext uri="{FF2B5EF4-FFF2-40B4-BE49-F238E27FC236}">
                    <a16:creationId xmlns:a16="http://schemas.microsoft.com/office/drawing/2014/main" id="{231FE5BF-0155-4CC2-A778-CD82A114CEC0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FC2C8603-7CC4-4347-A724-72ADF932E4FE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1A59291F-DAC4-4010-B412-529450B4890D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2CCCFB72-D644-48F3-893A-AECE55C3FAFF}"/>
                  </a:ext>
                </a:extLst>
              </p:cNvPr>
              <p:cNvSpPr txBox="1"/>
              <p:nvPr/>
            </p:nvSpPr>
            <p:spPr>
              <a:xfrm>
                <a:off x="5018659" y="3354794"/>
                <a:ext cx="205107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데이터 </a:t>
                </a:r>
                <a:r>
                  <a:rPr lang="ko-KR" altLang="en-US" sz="1200" dirty="0" err="1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크롤링</a:t>
                </a:r>
                <a:r>
                  <a:rPr lang="en-US" altLang="ko-KR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/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정제 및 정규화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37" name="그래픽 136">
              <a:extLst>
                <a:ext uri="{FF2B5EF4-FFF2-40B4-BE49-F238E27FC236}">
                  <a16:creationId xmlns:a16="http://schemas.microsoft.com/office/drawing/2014/main" id="{5AE27B1C-5FCC-49F1-9B8E-2E432DDD3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FCA50F3A-8360-4F18-BDBA-E90D8D74A2E2}"/>
              </a:ext>
            </a:extLst>
          </p:cNvPr>
          <p:cNvGrpSpPr/>
          <p:nvPr/>
        </p:nvGrpSpPr>
        <p:grpSpPr>
          <a:xfrm>
            <a:off x="7066599" y="4866283"/>
            <a:ext cx="2456768" cy="326913"/>
            <a:chOff x="4574111" y="3307757"/>
            <a:chExt cx="2456768" cy="326913"/>
          </a:xfrm>
        </p:grpSpPr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CD32B4AD-ACE4-431F-8874-1C75DE7DA0A2}"/>
                </a:ext>
              </a:extLst>
            </p:cNvPr>
            <p:cNvGrpSpPr/>
            <p:nvPr/>
          </p:nvGrpSpPr>
          <p:grpSpPr>
            <a:xfrm>
              <a:off x="4574111" y="3307757"/>
              <a:ext cx="2456768" cy="326913"/>
              <a:chOff x="4665551" y="3307757"/>
              <a:chExt cx="2456768" cy="326913"/>
            </a:xfrm>
          </p:grpSpPr>
          <p:grpSp>
            <p:nvGrpSpPr>
              <p:cNvPr id="145" name="그룹 144">
                <a:extLst>
                  <a:ext uri="{FF2B5EF4-FFF2-40B4-BE49-F238E27FC236}">
                    <a16:creationId xmlns:a16="http://schemas.microsoft.com/office/drawing/2014/main" id="{FD306CAA-FA44-40A9-ADDE-5547438BC48D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147" name="사각형: 둥근 모서리 146">
                  <a:extLst>
                    <a:ext uri="{FF2B5EF4-FFF2-40B4-BE49-F238E27FC236}">
                      <a16:creationId xmlns:a16="http://schemas.microsoft.com/office/drawing/2014/main" id="{FAA7E4F7-E6A7-4154-BB74-66DBF9235845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48" name="타원 147">
                  <a:extLst>
                    <a:ext uri="{FF2B5EF4-FFF2-40B4-BE49-F238E27FC236}">
                      <a16:creationId xmlns:a16="http://schemas.microsoft.com/office/drawing/2014/main" id="{2D37C5F0-7EDF-4D20-A713-79616BFBD85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EE7C397D-94DC-4EE5-917F-BA4F19D4F316}"/>
                  </a:ext>
                </a:extLst>
              </p:cNvPr>
              <p:cNvSpPr txBox="1"/>
              <p:nvPr/>
            </p:nvSpPr>
            <p:spPr>
              <a:xfrm>
                <a:off x="5018659" y="3354794"/>
                <a:ext cx="197150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기능 테스트 및 개선점 파악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44" name="그래픽 143">
              <a:extLst>
                <a:ext uri="{FF2B5EF4-FFF2-40B4-BE49-F238E27FC236}">
                  <a16:creationId xmlns:a16="http://schemas.microsoft.com/office/drawing/2014/main" id="{08387EFC-9879-4692-88F4-DC7D28BE2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3386189"/>
              <a:ext cx="149803" cy="180532"/>
            </a:xfrm>
            <a:prstGeom prst="rect">
              <a:avLst/>
            </a:prstGeom>
          </p:spPr>
        </p:pic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B5D7FA82-5BC1-4718-810B-007064F02A52}"/>
              </a:ext>
            </a:extLst>
          </p:cNvPr>
          <p:cNvSpPr txBox="1"/>
          <p:nvPr/>
        </p:nvSpPr>
        <p:spPr>
          <a:xfrm>
            <a:off x="4835860" y="3609020"/>
            <a:ext cx="829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JS </a:t>
            </a:r>
            <a:r>
              <a:rPr lang="ko-KR" altLang="en-US" sz="12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작성</a:t>
            </a:r>
            <a:endParaRPr lang="en-US" altLang="ko-KR" sz="12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D8090467-4B07-4CAB-BA42-D0DE690EBF6A}"/>
              </a:ext>
            </a:extLst>
          </p:cNvPr>
          <p:cNvGrpSpPr/>
          <p:nvPr/>
        </p:nvGrpSpPr>
        <p:grpSpPr>
          <a:xfrm>
            <a:off x="4516691" y="5550359"/>
            <a:ext cx="1344001" cy="326913"/>
            <a:chOff x="4574111" y="4896844"/>
            <a:chExt cx="1344001" cy="326913"/>
          </a:xfrm>
        </p:grpSpPr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F1BC6D05-6F0B-463A-938E-C0959EAB3899}"/>
                </a:ext>
              </a:extLst>
            </p:cNvPr>
            <p:cNvGrpSpPr/>
            <p:nvPr/>
          </p:nvGrpSpPr>
          <p:grpSpPr>
            <a:xfrm>
              <a:off x="4574111" y="4896844"/>
              <a:ext cx="1344001" cy="326913"/>
              <a:chOff x="4665551" y="3307757"/>
              <a:chExt cx="1344001" cy="326913"/>
            </a:xfrm>
          </p:grpSpPr>
          <p:grpSp>
            <p:nvGrpSpPr>
              <p:cNvPr id="155" name="그룹 154">
                <a:extLst>
                  <a:ext uri="{FF2B5EF4-FFF2-40B4-BE49-F238E27FC236}">
                    <a16:creationId xmlns:a16="http://schemas.microsoft.com/office/drawing/2014/main" id="{12428612-7F9C-413B-B135-02842C37DC60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1344001" cy="326913"/>
                <a:chOff x="4665552" y="3307757"/>
                <a:chExt cx="1438690" cy="358635"/>
              </a:xfrm>
            </p:grpSpPr>
            <p:sp>
              <p:nvSpPr>
                <p:cNvPr id="157" name="사각형: 둥근 모서리 156">
                  <a:extLst>
                    <a:ext uri="{FF2B5EF4-FFF2-40B4-BE49-F238E27FC236}">
                      <a16:creationId xmlns:a16="http://schemas.microsoft.com/office/drawing/2014/main" id="{4B65A582-28AF-41A9-8F3D-7C6878D3B831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1438690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58" name="타원 157">
                  <a:extLst>
                    <a:ext uri="{FF2B5EF4-FFF2-40B4-BE49-F238E27FC236}">
                      <a16:creationId xmlns:a16="http://schemas.microsoft.com/office/drawing/2014/main" id="{D5DAA652-D0F0-4323-95A2-360B3386AC99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47D75DFE-7B30-42EF-BE10-E74275EB69AC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99089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UI/UX</a:t>
                </a: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 개선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54" name="그래픽 153">
              <a:extLst>
                <a:ext uri="{FF2B5EF4-FFF2-40B4-BE49-F238E27FC236}">
                  <a16:creationId xmlns:a16="http://schemas.microsoft.com/office/drawing/2014/main" id="{8E444675-F683-48B5-BA72-1BBC2EC45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4967339"/>
              <a:ext cx="149803" cy="180532"/>
            </a:xfrm>
            <a:prstGeom prst="rect">
              <a:avLst/>
            </a:prstGeom>
          </p:spPr>
        </p:pic>
      </p:grpSp>
      <p:grpSp>
        <p:nvGrpSpPr>
          <p:cNvPr id="159" name="그룹 158">
            <a:extLst>
              <a:ext uri="{FF2B5EF4-FFF2-40B4-BE49-F238E27FC236}">
                <a16:creationId xmlns:a16="http://schemas.microsoft.com/office/drawing/2014/main" id="{E7484484-28F0-46F9-823D-BD3BA2970080}"/>
              </a:ext>
            </a:extLst>
          </p:cNvPr>
          <p:cNvGrpSpPr/>
          <p:nvPr/>
        </p:nvGrpSpPr>
        <p:grpSpPr>
          <a:xfrm>
            <a:off x="5952234" y="5550359"/>
            <a:ext cx="2474845" cy="326913"/>
            <a:chOff x="4574111" y="5427069"/>
            <a:chExt cx="2474845" cy="326913"/>
          </a:xfrm>
        </p:grpSpPr>
        <p:grpSp>
          <p:nvGrpSpPr>
            <p:cNvPr id="160" name="그룹 159">
              <a:extLst>
                <a:ext uri="{FF2B5EF4-FFF2-40B4-BE49-F238E27FC236}">
                  <a16:creationId xmlns:a16="http://schemas.microsoft.com/office/drawing/2014/main" id="{9E6962C7-0597-4F27-BDE6-F1C867C79A9B}"/>
                </a:ext>
              </a:extLst>
            </p:cNvPr>
            <p:cNvGrpSpPr/>
            <p:nvPr/>
          </p:nvGrpSpPr>
          <p:grpSpPr>
            <a:xfrm>
              <a:off x="4574111" y="5427069"/>
              <a:ext cx="2474845" cy="326913"/>
              <a:chOff x="4665551" y="3307757"/>
              <a:chExt cx="2474845" cy="326913"/>
            </a:xfrm>
          </p:grpSpPr>
          <p:grpSp>
            <p:nvGrpSpPr>
              <p:cNvPr id="162" name="그룹 161">
                <a:extLst>
                  <a:ext uri="{FF2B5EF4-FFF2-40B4-BE49-F238E27FC236}">
                    <a16:creationId xmlns:a16="http://schemas.microsoft.com/office/drawing/2014/main" id="{1B9C3267-AAA8-4F7D-B495-BA9748818904}"/>
                  </a:ext>
                </a:extLst>
              </p:cNvPr>
              <p:cNvGrpSpPr/>
              <p:nvPr/>
            </p:nvGrpSpPr>
            <p:grpSpPr>
              <a:xfrm>
                <a:off x="4665551" y="3307757"/>
                <a:ext cx="2456768" cy="326913"/>
                <a:chOff x="4665552" y="3307757"/>
                <a:chExt cx="2629855" cy="358635"/>
              </a:xfrm>
            </p:grpSpPr>
            <p:sp>
              <p:nvSpPr>
                <p:cNvPr id="164" name="사각형: 둥근 모서리 163">
                  <a:extLst>
                    <a:ext uri="{FF2B5EF4-FFF2-40B4-BE49-F238E27FC236}">
                      <a16:creationId xmlns:a16="http://schemas.microsoft.com/office/drawing/2014/main" id="{E89C5B06-C6EA-48F7-93D1-FB5E7AD18458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2629855" cy="358635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  <p:sp>
              <p:nvSpPr>
                <p:cNvPr id="165" name="타원 164">
                  <a:extLst>
                    <a:ext uri="{FF2B5EF4-FFF2-40B4-BE49-F238E27FC236}">
                      <a16:creationId xmlns:a16="http://schemas.microsoft.com/office/drawing/2014/main" id="{A02C2E70-CE24-4F6E-974B-336EE5E936FF}"/>
                    </a:ext>
                  </a:extLst>
                </p:cNvPr>
                <p:cNvSpPr/>
                <p:nvPr/>
              </p:nvSpPr>
              <p:spPr>
                <a:xfrm>
                  <a:off x="4665552" y="3307757"/>
                  <a:ext cx="358635" cy="358635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세방고딕 Regular" panose="00000500000000000000" pitchFamily="2" charset="-127"/>
                    <a:ea typeface="세방고딕 Regular" panose="00000500000000000000" pitchFamily="2" charset="-127"/>
                  </a:endParaRPr>
                </a:p>
              </p:txBody>
            </p:sp>
          </p:grp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E96F5990-CE2F-49D8-89C3-97377F0FE30B}"/>
                  </a:ext>
                </a:extLst>
              </p:cNvPr>
              <p:cNvSpPr txBox="1"/>
              <p:nvPr/>
            </p:nvSpPr>
            <p:spPr>
              <a:xfrm>
                <a:off x="5018659" y="3340188"/>
                <a:ext cx="2121737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indent="0" fontAlgn="ctr">
                  <a:spcBef>
                    <a:spcPts val="600"/>
                  </a:spcBef>
                  <a:buFont typeface="Arial" panose="020B0604020202020204" pitchFamily="34" charset="0"/>
                  <a:buNone/>
                  <a:defRPr/>
                </a:pPr>
                <a:r>
                  <a:rPr lang="ko-KR" altLang="en-US" sz="1200" dirty="0">
                    <a:ln>
                      <a:solidFill>
                        <a:schemeClr val="accent1">
                          <a:shade val="15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세방고딕 Regular" panose="00000500000000000000" pitchFamily="2" charset="-127"/>
                    <a:ea typeface="세방고딕 Regular" panose="00000500000000000000" pitchFamily="2" charset="-127"/>
                  </a:rPr>
                  <a:t>서버 속도 개선 및 쿼리 튜닝</a:t>
                </a:r>
                <a:endParaRPr lang="en-US" altLang="ko-KR" sz="12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endParaRPr>
              </a:p>
            </p:txBody>
          </p:sp>
        </p:grpSp>
        <p:pic>
          <p:nvPicPr>
            <p:cNvPr id="161" name="그래픽 160">
              <a:extLst>
                <a:ext uri="{FF2B5EF4-FFF2-40B4-BE49-F238E27FC236}">
                  <a16:creationId xmlns:a16="http://schemas.microsoft.com/office/drawing/2014/main" id="{6D256869-C188-4F7A-8C16-0940509E85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689702" y="5505502"/>
              <a:ext cx="149803" cy="1805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6105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그래픽 80">
            <a:extLst>
              <a:ext uri="{FF2B5EF4-FFF2-40B4-BE49-F238E27FC236}">
                <a16:creationId xmlns:a16="http://schemas.microsoft.com/office/drawing/2014/main" id="{DADEC04D-C2B2-3DF1-E0D3-9B93AE532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-862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A600E8F-F2D5-4F7F-B490-48BDA8EE6BE3}"/>
              </a:ext>
            </a:extLst>
          </p:cNvPr>
          <p:cNvSpPr txBox="1"/>
          <p:nvPr/>
        </p:nvSpPr>
        <p:spPr>
          <a:xfrm>
            <a:off x="623392" y="1340768"/>
            <a:ext cx="114318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사전기획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1A65E8FE-449E-4479-BCB5-E084AD7AE0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532" y="2132856"/>
            <a:ext cx="2655576" cy="2655576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9FDBD98C-409B-4784-9FA8-36AD5BB942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7861" y="1916832"/>
            <a:ext cx="2880319" cy="2880319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0F89EEFB-B033-4A2E-AF6A-C3F68019A083}"/>
              </a:ext>
            </a:extLst>
          </p:cNvPr>
          <p:cNvSpPr txBox="1"/>
          <p:nvPr/>
        </p:nvSpPr>
        <p:spPr>
          <a:xfrm>
            <a:off x="1662100" y="4765211"/>
            <a:ext cx="309844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실시간 참여형</a:t>
            </a:r>
            <a:endParaRPr lang="en-US" altLang="ko-KR" sz="3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커뮤니티</a:t>
            </a:r>
            <a:endParaRPr lang="en-US" altLang="ko-KR" sz="3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CBAC601-77D3-44AD-AD7E-156C78031C38}"/>
              </a:ext>
            </a:extLst>
          </p:cNvPr>
          <p:cNvSpPr txBox="1"/>
          <p:nvPr/>
        </p:nvSpPr>
        <p:spPr>
          <a:xfrm>
            <a:off x="7356140" y="4941168"/>
            <a:ext cx="3098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지능형</a:t>
            </a: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(AI)</a:t>
            </a: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DEE6E145-52A4-4F77-AA93-3261DBADEB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131" y="3284984"/>
            <a:ext cx="764469" cy="764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09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B99D1A-B73F-D570-A360-ED34F3576111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A600E8F-F2D5-4F7F-B490-48BDA8EE6BE3}"/>
              </a:ext>
            </a:extLst>
          </p:cNvPr>
          <p:cNvSpPr txBox="1"/>
          <p:nvPr/>
        </p:nvSpPr>
        <p:spPr>
          <a:xfrm>
            <a:off x="623392" y="1340768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사전기획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- </a:t>
            </a:r>
            <a:r>
              <a:rPr lang="ko-KR" altLang="en-US" sz="140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프로젝트 기획 및 주제 선정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F89EEFB-B033-4A2E-AF6A-C3F68019A083}"/>
              </a:ext>
            </a:extLst>
          </p:cNvPr>
          <p:cNvSpPr txBox="1"/>
          <p:nvPr/>
        </p:nvSpPr>
        <p:spPr>
          <a:xfrm>
            <a:off x="3986703" y="2956880"/>
            <a:ext cx="15492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실시간</a:t>
            </a:r>
            <a:endParaRPr lang="en-US" altLang="ko-KR" sz="3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2">
                  <a:lumMod val="50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81BB4E-C057-2F2D-696F-11A691E47AB9}"/>
              </a:ext>
            </a:extLst>
          </p:cNvPr>
          <p:cNvSpPr txBox="1"/>
          <p:nvPr/>
        </p:nvSpPr>
        <p:spPr>
          <a:xfrm>
            <a:off x="821952" y="1844824"/>
            <a:ext cx="19629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커뮤니티</a:t>
            </a:r>
            <a:endParaRPr lang="en-US" altLang="ko-KR" sz="3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588E5-96EF-759D-0F32-C79279D8CA3B}"/>
              </a:ext>
            </a:extLst>
          </p:cNvPr>
          <p:cNvSpPr txBox="1"/>
          <p:nvPr/>
        </p:nvSpPr>
        <p:spPr>
          <a:xfrm>
            <a:off x="9635119" y="2780928"/>
            <a:ext cx="15886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지능형</a:t>
            </a:r>
            <a:endParaRPr lang="en-US" altLang="ko-KR" sz="3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58616F-6B85-727B-DB4B-FE806DFE0470}"/>
              </a:ext>
            </a:extLst>
          </p:cNvPr>
          <p:cNvSpPr txBox="1"/>
          <p:nvPr/>
        </p:nvSpPr>
        <p:spPr>
          <a:xfrm>
            <a:off x="6827225" y="1916832"/>
            <a:ext cx="15492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참여형</a:t>
            </a:r>
            <a:endParaRPr lang="en-US" altLang="ko-KR" sz="3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070C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43712-FF9D-674D-E599-8EFFA4015DAD}"/>
              </a:ext>
            </a:extLst>
          </p:cNvPr>
          <p:cNvSpPr txBox="1"/>
          <p:nvPr/>
        </p:nvSpPr>
        <p:spPr>
          <a:xfrm>
            <a:off x="402156" y="2662387"/>
            <a:ext cx="2802558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회원가입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로그인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정보찾기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게시글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댓글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CRUD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마이페이지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페이지네이션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카테고리 관리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추천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비추천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해시태그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기본적인 검색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신고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차단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6">
                    <a:lumMod val="7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관리자 기능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6">
                  <a:lumMod val="7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FD381-1913-CA85-7235-43099658C396}"/>
              </a:ext>
            </a:extLst>
          </p:cNvPr>
          <p:cNvSpPr txBox="1"/>
          <p:nvPr/>
        </p:nvSpPr>
        <p:spPr>
          <a:xfrm>
            <a:off x="3469379" y="3726321"/>
            <a:ext cx="2583867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로그인 유저 간 라이브 채팅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2">
                  <a:lumMod val="50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유저 간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Direct message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실시간 댓글 표시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2">
                  <a:lumMod val="50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accent2">
                    <a:lumMod val="50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공지사항 실시간 갱신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accent2">
                  <a:lumMod val="50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3AFD0B-D1D4-86EC-BA51-CBD4EB144268}"/>
              </a:ext>
            </a:extLst>
          </p:cNvPr>
          <p:cNvSpPr txBox="1"/>
          <p:nvPr/>
        </p:nvSpPr>
        <p:spPr>
          <a:xfrm>
            <a:off x="6471767" y="2686273"/>
            <a:ext cx="2272674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팔로우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팔로워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070C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프로필 꾸미기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070C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커뮤니티 화폐 시스템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070C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0070C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포인트 상점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070C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0070C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370134-730E-67C8-AC35-D25A34D3F926}"/>
              </a:ext>
            </a:extLst>
          </p:cNvPr>
          <p:cNvSpPr txBox="1"/>
          <p:nvPr/>
        </p:nvSpPr>
        <p:spPr>
          <a:xfrm>
            <a:off x="9060179" y="3535202"/>
            <a:ext cx="2735179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활동 로그 기반 맞춤 광고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관심기술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기술역량 자가체크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활동 로그 기반 게시글 추천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작성하는 게시글 태그 추천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라이브 채팅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AI 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C00000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대화주제 추천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C00000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4963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0602-0042-B2BA-A937-DFFEA4D96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E3ACC08C-0712-1918-2E02-7986DE23BE12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6B24E40-C9A2-5C81-66F8-A4C0EBA82A3A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D50A405-CA91-7D42-33A5-AE4AD3FFC9B4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BBE165B-A8A8-21DB-5899-32A5480E31E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FCFFFF-4C5F-0F84-F4C4-3C38507B8F82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E4A1E24D-CFAE-7709-F6D8-DE814256B9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BEDD2511-5B94-430F-867F-29A1516DB7E5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541E99-7CEA-837A-48B1-864E878C8D80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722FD5-6F25-7EE3-2393-5AB396E4A353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9CC25B-1167-BB5B-DB02-35A808173F1C}"/>
              </a:ext>
            </a:extLst>
          </p:cNvPr>
          <p:cNvSpPr txBox="1"/>
          <p:nvPr/>
        </p:nvSpPr>
        <p:spPr>
          <a:xfrm>
            <a:off x="623392" y="1340768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사전기획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–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디렉토리 설계</a:t>
            </a:r>
            <a:endParaRPr lang="en-US" altLang="ko-KR" sz="14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4D5282A-4BF8-46FC-033C-579B1D30C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70" y="1727935"/>
            <a:ext cx="1694353" cy="5095473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965BF89-3EED-FC06-C4F2-4B6E668333CF}"/>
              </a:ext>
            </a:extLst>
          </p:cNvPr>
          <p:cNvCxnSpPr>
            <a:cxnSpLocks/>
          </p:cNvCxnSpPr>
          <p:nvPr/>
        </p:nvCxnSpPr>
        <p:spPr>
          <a:xfrm>
            <a:off x="196874" y="1880828"/>
            <a:ext cx="64254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3633B7A-941E-A69F-E6FA-1AC8B135BFA6}"/>
              </a:ext>
            </a:extLst>
          </p:cNvPr>
          <p:cNvCxnSpPr>
            <a:cxnSpLocks/>
          </p:cNvCxnSpPr>
          <p:nvPr/>
        </p:nvCxnSpPr>
        <p:spPr>
          <a:xfrm>
            <a:off x="263352" y="2168860"/>
            <a:ext cx="32127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30F1A0-5098-C3E9-B4E6-A0C1BDAA16B1}"/>
              </a:ext>
            </a:extLst>
          </p:cNvPr>
          <p:cNvSpPr/>
          <p:nvPr/>
        </p:nvSpPr>
        <p:spPr>
          <a:xfrm>
            <a:off x="280790" y="2294930"/>
            <a:ext cx="918666" cy="13500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FEDA3EC-1BDE-60FB-D4FF-1E66C0B50ADD}"/>
              </a:ext>
            </a:extLst>
          </p:cNvPr>
          <p:cNvSpPr/>
          <p:nvPr/>
        </p:nvSpPr>
        <p:spPr>
          <a:xfrm>
            <a:off x="280790" y="3645022"/>
            <a:ext cx="918666" cy="11161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3DEC295-F948-B896-7B82-415506949292}"/>
              </a:ext>
            </a:extLst>
          </p:cNvPr>
          <p:cNvSpPr/>
          <p:nvPr/>
        </p:nvSpPr>
        <p:spPr>
          <a:xfrm>
            <a:off x="280790" y="4754920"/>
            <a:ext cx="918666" cy="13563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E89C9CD-EAA7-DCF9-8C81-A61CDC72E944}"/>
              </a:ext>
            </a:extLst>
          </p:cNvPr>
          <p:cNvSpPr/>
          <p:nvPr/>
        </p:nvSpPr>
        <p:spPr>
          <a:xfrm>
            <a:off x="280790" y="6093296"/>
            <a:ext cx="918666" cy="431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79320BE-2566-6D96-1857-AA05EF8D55A7}"/>
              </a:ext>
            </a:extLst>
          </p:cNvPr>
          <p:cNvSpPr/>
          <p:nvPr/>
        </p:nvSpPr>
        <p:spPr>
          <a:xfrm>
            <a:off x="280790" y="6524758"/>
            <a:ext cx="918666" cy="262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165E26-2077-FBB7-645B-4F80A8A7B889}"/>
              </a:ext>
            </a:extLst>
          </p:cNvPr>
          <p:cNvSpPr txBox="1"/>
          <p:nvPr/>
        </p:nvSpPr>
        <p:spPr>
          <a:xfrm>
            <a:off x="2243572" y="1817811"/>
            <a:ext cx="3098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대분류</a:t>
            </a: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(</a:t>
            </a: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페이지별</a:t>
            </a: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D29BD17-BCE2-C784-9F43-BEB4A70B4881}"/>
              </a:ext>
            </a:extLst>
          </p:cNvPr>
          <p:cNvSpPr txBox="1"/>
          <p:nvPr/>
        </p:nvSpPr>
        <p:spPr>
          <a:xfrm>
            <a:off x="5555940" y="1817811"/>
            <a:ext cx="3098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중분류</a:t>
            </a: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(</a:t>
            </a: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기능별</a:t>
            </a: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FB40C32-644E-4E12-80E7-D8D289209C4B}"/>
              </a:ext>
            </a:extLst>
          </p:cNvPr>
          <p:cNvSpPr txBox="1"/>
          <p:nvPr/>
        </p:nvSpPr>
        <p:spPr>
          <a:xfrm>
            <a:off x="8796300" y="1798146"/>
            <a:ext cx="30984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소분류</a:t>
            </a: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(</a:t>
            </a:r>
            <a:r>
              <a:rPr lang="ko-KR" altLang="en-US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책임별</a:t>
            </a:r>
            <a:r>
              <a:rPr lang="en-US" altLang="ko-KR" sz="3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BF561C-6BE5-AE59-6DA7-B9CC7634D8FA}"/>
              </a:ext>
            </a:extLst>
          </p:cNvPr>
          <p:cNvSpPr txBox="1"/>
          <p:nvPr/>
        </p:nvSpPr>
        <p:spPr>
          <a:xfrm>
            <a:off x="2164714" y="2677227"/>
            <a:ext cx="3098440" cy="3924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Account</a:t>
            </a:r>
          </a:p>
          <a:p>
            <a:pPr algn="ctr">
              <a:lnSpc>
                <a:spcPct val="150000"/>
              </a:lnSpc>
              <a:defRPr/>
            </a:pP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Home</a:t>
            </a:r>
          </a:p>
          <a:p>
            <a:pPr algn="ctr">
              <a:lnSpc>
                <a:spcPct val="150000"/>
              </a:lnSpc>
              <a:defRPr/>
            </a:pP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2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MyPage</a:t>
            </a: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2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2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Base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5B8700-4757-AE83-BE99-4722D37D8212}"/>
              </a:ext>
            </a:extLst>
          </p:cNvPr>
          <p:cNvSpPr txBox="1"/>
          <p:nvPr/>
        </p:nvSpPr>
        <p:spPr>
          <a:xfrm>
            <a:off x="5973311" y="2661736"/>
            <a:ext cx="2097773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회원가입 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정보 찾기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로그인 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로그아웃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BB13DE7-27BB-3D77-4CFB-F12D993F5ADE}"/>
              </a:ext>
            </a:extLst>
          </p:cNvPr>
          <p:cNvSpPr txBox="1"/>
          <p:nvPr/>
        </p:nvSpPr>
        <p:spPr>
          <a:xfrm>
            <a:off x="6014451" y="3356992"/>
            <a:ext cx="2097773" cy="1454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게시글 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댓글 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CRUD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페이지네이션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카테고리 필터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/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정렬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추천 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2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비추천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신고 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차단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C920EA-50F8-1984-49AE-FF55D0BBE1D3}"/>
              </a:ext>
            </a:extLst>
          </p:cNvPr>
          <p:cNvSpPr txBox="1"/>
          <p:nvPr/>
        </p:nvSpPr>
        <p:spPr>
          <a:xfrm>
            <a:off x="5771964" y="4941022"/>
            <a:ext cx="2598107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관심도 그래프 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아이템 관리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정보수정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/ </a:t>
            </a:r>
            <a:r>
              <a:rPr lang="ko-KR" altLang="en-US" sz="12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팔로우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관리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/ DM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포인트 관리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/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알림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/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회원탈퇴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E2B8EE-7F2F-758A-C083-D0D7F40C1815}"/>
              </a:ext>
            </a:extLst>
          </p:cNvPr>
          <p:cNvSpPr txBox="1"/>
          <p:nvPr/>
        </p:nvSpPr>
        <p:spPr>
          <a:xfrm>
            <a:off x="6240016" y="6129300"/>
            <a:ext cx="1677112" cy="3462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헤더 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2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푸터</a:t>
            </a:r>
            <a:r>
              <a:rPr lang="en-US" altLang="ko-KR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/ </a:t>
            </a: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사이드바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4BBD453-6D1E-72A1-2928-4C4D93168E1C}"/>
              </a:ext>
            </a:extLst>
          </p:cNvPr>
          <p:cNvCxnSpPr>
            <a:cxnSpLocks/>
          </p:cNvCxnSpPr>
          <p:nvPr/>
        </p:nvCxnSpPr>
        <p:spPr>
          <a:xfrm>
            <a:off x="6384032" y="3320988"/>
            <a:ext cx="1296144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3CD5716-5190-AAB9-EB61-9E72088259FD}"/>
              </a:ext>
            </a:extLst>
          </p:cNvPr>
          <p:cNvCxnSpPr>
            <a:cxnSpLocks/>
          </p:cNvCxnSpPr>
          <p:nvPr/>
        </p:nvCxnSpPr>
        <p:spPr>
          <a:xfrm>
            <a:off x="6415265" y="4860506"/>
            <a:ext cx="1296144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D3F92D7-6294-B282-BB0F-D68383ABE6B5}"/>
              </a:ext>
            </a:extLst>
          </p:cNvPr>
          <p:cNvCxnSpPr>
            <a:cxnSpLocks/>
          </p:cNvCxnSpPr>
          <p:nvPr/>
        </p:nvCxnSpPr>
        <p:spPr>
          <a:xfrm>
            <a:off x="6415265" y="6021288"/>
            <a:ext cx="1296144" cy="0"/>
          </a:xfrm>
          <a:prstGeom prst="line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D296DE1-CFE4-85EF-D522-C26ADF7423AB}"/>
              </a:ext>
            </a:extLst>
          </p:cNvPr>
          <p:cNvSpPr txBox="1"/>
          <p:nvPr/>
        </p:nvSpPr>
        <p:spPr>
          <a:xfrm>
            <a:off x="9481424" y="4132758"/>
            <a:ext cx="1728192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디버깅 포인트 체크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유지보수성 강화</a:t>
            </a:r>
            <a:endParaRPr lang="en-US" altLang="ko-KR" sz="12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3366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8D37-183C-A5D2-2D93-36E44B8DA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AD739686-6344-50DA-F1A0-296502C31DED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D6EB42B-675F-0CB3-40F8-F24CFB2B8ECA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EF8160-B2F1-9DF3-2348-69E807E212F9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E7CADAE-86C3-E0E9-579A-177FCB512302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6708625-D470-F10A-F79A-BF580A23DC6E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D944D7E9-5817-6C30-9598-F23280AA941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678C13F-EB4E-B737-1FE3-41303A66C4F3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8C60B8-F798-8687-CA01-96C83A42D6A1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8BDF0-1DDE-C06C-6413-49BDA692165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8A20890-C973-B48F-6042-9C97689231F3}"/>
              </a:ext>
            </a:extLst>
          </p:cNvPr>
          <p:cNvSpPr txBox="1"/>
          <p:nvPr/>
        </p:nvSpPr>
        <p:spPr>
          <a:xfrm>
            <a:off x="623392" y="1340768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사전기획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– </a:t>
            </a:r>
            <a:r>
              <a:rPr lang="en-US" altLang="ko-KR" sz="1400" b="1" spc="-3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HTML &amp; CSS</a:t>
            </a:r>
            <a:r>
              <a:rPr lang="ko-KR" altLang="en-US" sz="1400" b="1" spc="-30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설계</a:t>
            </a:r>
            <a:endParaRPr lang="en-US" altLang="ko-KR" sz="1400" b="1" spc="-3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23DE504-6FA1-1731-3502-E1AB08B5E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5" y="2100026"/>
            <a:ext cx="4039164" cy="50489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C26295F-533B-6FC3-7E07-652B795997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096" y="3915081"/>
            <a:ext cx="4525006" cy="57158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380DCE7-170B-D322-973B-A5405385E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9637" y="1897978"/>
            <a:ext cx="6192688" cy="81743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B25EBEB-2A5B-0B38-FCDF-DC78EEE9C3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476" y="3515797"/>
            <a:ext cx="4236146" cy="126460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07BCB2E7-1234-790C-5025-E6DB59F055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2333" y="2919249"/>
            <a:ext cx="566533" cy="56653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A9C9A518-F994-84AE-04A0-5EA473416EC0}"/>
              </a:ext>
            </a:extLst>
          </p:cNvPr>
          <p:cNvSpPr txBox="1"/>
          <p:nvPr/>
        </p:nvSpPr>
        <p:spPr>
          <a:xfrm>
            <a:off x="1447409" y="5276904"/>
            <a:ext cx="23200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사이트 타이틀 교체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9B9485-416F-E4C0-85FD-0F19DF3F929D}"/>
              </a:ext>
            </a:extLst>
          </p:cNvPr>
          <p:cNvSpPr txBox="1"/>
          <p:nvPr/>
        </p:nvSpPr>
        <p:spPr>
          <a:xfrm>
            <a:off x="10811039" y="2659283"/>
            <a:ext cx="1116124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05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1920px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4F2396-E97F-050C-B06E-53265EA4A5F6}"/>
              </a:ext>
            </a:extLst>
          </p:cNvPr>
          <p:cNvSpPr txBox="1"/>
          <p:nvPr/>
        </p:nvSpPr>
        <p:spPr>
          <a:xfrm>
            <a:off x="10272464" y="4741156"/>
            <a:ext cx="905848" cy="32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05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1400px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6FC464B1-1BD5-A5F5-E4DB-F21ABA3751F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282" y="2862467"/>
            <a:ext cx="566533" cy="566533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86A14BA-F598-10A3-9F16-6EB78D17D493}"/>
              </a:ext>
            </a:extLst>
          </p:cNvPr>
          <p:cNvSpPr txBox="1"/>
          <p:nvPr/>
        </p:nvSpPr>
        <p:spPr>
          <a:xfrm>
            <a:off x="7750527" y="5276110"/>
            <a:ext cx="23200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반응형 웹 적용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5340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7225F-2620-2E84-320E-9A092A475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077017EE-638E-E135-3883-122C71035F09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ADE0744A-53CF-A464-C1B9-238012D3F9BD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0793503-FF27-F918-40CE-29E1B2D1DF06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2157CB-2AEC-76A9-2866-E181B23C92F6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E3CE624-F40C-5EB2-BDA4-D15A3E003C8F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8043A4B1-472D-E828-E515-71A7518BE0A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341FE0E7-425E-4D10-6991-3280295BF4D5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5B7EB9-1178-BD69-49C3-559117278CAF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FF0CE5-B9C5-9871-F52D-E0C73CF69648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ACE570C-E44B-B5C1-58F0-428E44D2A6D0}"/>
              </a:ext>
            </a:extLst>
          </p:cNvPr>
          <p:cNvSpPr txBox="1"/>
          <p:nvPr/>
        </p:nvSpPr>
        <p:spPr>
          <a:xfrm>
            <a:off x="623392" y="1340768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사전기획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–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공통 기능 및 페이지 모듈화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2DE4CE0-F26E-A057-1CE9-2C32E1550F72}"/>
              </a:ext>
            </a:extLst>
          </p:cNvPr>
          <p:cNvSpPr txBox="1"/>
          <p:nvPr/>
        </p:nvSpPr>
        <p:spPr>
          <a:xfrm>
            <a:off x="4464751" y="5365542"/>
            <a:ext cx="274131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헤더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푸터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사이드바 포함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Base.html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3918EF-1C2E-7DE1-68E7-41F3B4869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0" y="1747777"/>
            <a:ext cx="1745202" cy="503950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4E307F2-1447-B578-87A2-A4860CA885F8}"/>
              </a:ext>
            </a:extLst>
          </p:cNvPr>
          <p:cNvSpPr/>
          <p:nvPr/>
        </p:nvSpPr>
        <p:spPr>
          <a:xfrm>
            <a:off x="263352" y="3040910"/>
            <a:ext cx="864096" cy="1720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FBA5E6F-A7BC-BF7B-2335-909E2BC352FF}"/>
              </a:ext>
            </a:extLst>
          </p:cNvPr>
          <p:cNvSpPr/>
          <p:nvPr/>
        </p:nvSpPr>
        <p:spPr>
          <a:xfrm>
            <a:off x="263352" y="4747316"/>
            <a:ext cx="864096" cy="7699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C471C0C-B68F-6332-2FDC-D623C3AC7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4704" y="3136599"/>
            <a:ext cx="1368152" cy="83683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3923C0EA-B946-F7F4-EBD8-C15B0D5D7D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7803" y="2018484"/>
            <a:ext cx="3395208" cy="305335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1C2E73-C8AE-24FF-71A9-0F57CB6A7F90}"/>
              </a:ext>
            </a:extLst>
          </p:cNvPr>
          <p:cNvSpPr/>
          <p:nvPr/>
        </p:nvSpPr>
        <p:spPr>
          <a:xfrm>
            <a:off x="4607595" y="2564904"/>
            <a:ext cx="188444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1A5D0BF-EF93-6BC3-B334-98CAFE264E8A}"/>
              </a:ext>
            </a:extLst>
          </p:cNvPr>
          <p:cNvCxnSpPr/>
          <p:nvPr/>
        </p:nvCxnSpPr>
        <p:spPr>
          <a:xfrm>
            <a:off x="3541792" y="3545162"/>
            <a:ext cx="360040" cy="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F233DFF-E69E-7F52-FADC-0FAA52C0ACA9}"/>
              </a:ext>
            </a:extLst>
          </p:cNvPr>
          <p:cNvCxnSpPr/>
          <p:nvPr/>
        </p:nvCxnSpPr>
        <p:spPr>
          <a:xfrm>
            <a:off x="8580276" y="3465579"/>
            <a:ext cx="360040" cy="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id="{3E76DA95-CD76-3660-3858-9809AEF3D1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1716" y="1988840"/>
            <a:ext cx="3870928" cy="3132348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773482CB-71D6-3ACB-8DB0-C127F760316C}"/>
              </a:ext>
            </a:extLst>
          </p:cNvPr>
          <p:cNvSpPr/>
          <p:nvPr/>
        </p:nvSpPr>
        <p:spPr>
          <a:xfrm>
            <a:off x="4655840" y="4185084"/>
            <a:ext cx="188444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783AD5C-5C1C-2DBA-676F-29B6EE390BA6}"/>
              </a:ext>
            </a:extLst>
          </p:cNvPr>
          <p:cNvSpPr/>
          <p:nvPr/>
        </p:nvSpPr>
        <p:spPr>
          <a:xfrm>
            <a:off x="4655840" y="4476006"/>
            <a:ext cx="188444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2733CEAC-9B8C-DB56-786B-C3245D2E12BC}"/>
              </a:ext>
            </a:extLst>
          </p:cNvPr>
          <p:cNvCxnSpPr/>
          <p:nvPr/>
        </p:nvCxnSpPr>
        <p:spPr>
          <a:xfrm>
            <a:off x="7608168" y="3532643"/>
            <a:ext cx="360040" cy="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50C75CF-5F6D-49FE-BD7A-2EAA8DAD688F}"/>
              </a:ext>
            </a:extLst>
          </p:cNvPr>
          <p:cNvSpPr txBox="1"/>
          <p:nvPr/>
        </p:nvSpPr>
        <p:spPr>
          <a:xfrm>
            <a:off x="8652284" y="5174750"/>
            <a:ext cx="274131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각 페이지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Base.html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extends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53AB5FD-2B95-59D6-0D30-C45A98D9A188}"/>
              </a:ext>
            </a:extLst>
          </p:cNvPr>
          <p:cNvSpPr/>
          <p:nvPr/>
        </p:nvSpPr>
        <p:spPr>
          <a:xfrm>
            <a:off x="8328249" y="2636624"/>
            <a:ext cx="1116124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74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E2149-62BC-C715-84C9-A9A139F98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A1692A94-03E8-2612-DBBB-49F3718B669E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C8E5957-B73D-1398-CFFC-695FBE37E04C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48AE795-900B-737C-AF6E-C5E10C62BBC2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7242F9-807D-B8F4-7F29-D9575B7CCCC6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CDBBC70-D63C-3DC3-CA0D-ACCB8CFED774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44E32E98-1197-87E2-C59A-F2FC996E0A9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C040B994-36EC-B7C6-078D-DDFFA1DF4393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B76884-148B-1E98-4F35-D8ECF36E700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6C64D3-B4F6-428E-E1CA-B96D1421418E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6AA9FD-7F2B-4608-665B-3B60EC63BCCA}"/>
              </a:ext>
            </a:extLst>
          </p:cNvPr>
          <p:cNvSpPr txBox="1"/>
          <p:nvPr/>
        </p:nvSpPr>
        <p:spPr>
          <a:xfrm>
            <a:off x="623392" y="1340768"/>
            <a:ext cx="3744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사전기획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–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공통 기능 및 페이지 모듈화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292119-0B28-2159-04E2-C3D224D4FE81}"/>
              </a:ext>
            </a:extLst>
          </p:cNvPr>
          <p:cNvSpPr txBox="1"/>
          <p:nvPr/>
        </p:nvSpPr>
        <p:spPr>
          <a:xfrm>
            <a:off x="3677393" y="5742022"/>
            <a:ext cx="274131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사이드바 </a:t>
            </a:r>
            <a:r>
              <a:rPr lang="en-US" altLang="ko-KR" sz="16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url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별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활성탭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리스트 교체필요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CFEAA5D-2CB8-9D6C-7EE4-EE1D0198C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40" y="1747777"/>
            <a:ext cx="1745202" cy="5039504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D3B1D17D-E605-2FC1-542B-94D097C6B21D}"/>
              </a:ext>
            </a:extLst>
          </p:cNvPr>
          <p:cNvSpPr/>
          <p:nvPr/>
        </p:nvSpPr>
        <p:spPr>
          <a:xfrm>
            <a:off x="160416" y="6636200"/>
            <a:ext cx="864096" cy="1510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181A268-356D-DB92-4B29-F5A2ADC4C746}"/>
              </a:ext>
            </a:extLst>
          </p:cNvPr>
          <p:cNvCxnSpPr/>
          <p:nvPr/>
        </p:nvCxnSpPr>
        <p:spPr>
          <a:xfrm>
            <a:off x="8436260" y="4005064"/>
            <a:ext cx="360040" cy="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B615ABA4-2089-3220-84C9-B2BF472247A6}"/>
              </a:ext>
            </a:extLst>
          </p:cNvPr>
          <p:cNvSpPr txBox="1"/>
          <p:nvPr/>
        </p:nvSpPr>
        <p:spPr>
          <a:xfrm>
            <a:off x="6824994" y="1903632"/>
            <a:ext cx="9001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/info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D247B2A-F3C1-771E-87F9-82AE3DE73F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8709"/>
          <a:stretch/>
        </p:blipFill>
        <p:spPr>
          <a:xfrm>
            <a:off x="2060406" y="2409082"/>
            <a:ext cx="1936997" cy="33241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A73EDA8-B0FE-1C4E-AF69-680525C018C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9499"/>
          <a:stretch/>
        </p:blipFill>
        <p:spPr>
          <a:xfrm>
            <a:off x="4151784" y="2409082"/>
            <a:ext cx="1988299" cy="331034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CC2C5C2-2066-74D5-AED6-1183EAC364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9624"/>
          <a:stretch/>
        </p:blipFill>
        <p:spPr>
          <a:xfrm>
            <a:off x="6314616" y="2409082"/>
            <a:ext cx="1920857" cy="332417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B98EDA6-1A48-C07A-B5CF-B0BC68769A77}"/>
              </a:ext>
            </a:extLst>
          </p:cNvPr>
          <p:cNvSpPr txBox="1"/>
          <p:nvPr/>
        </p:nvSpPr>
        <p:spPr>
          <a:xfrm>
            <a:off x="4115780" y="1916832"/>
            <a:ext cx="208419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</a:t>
            </a:r>
            <a:r>
              <a:rPr lang="en-US" altLang="ko-KR" sz="16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mypage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-posts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A423A17-7FD2-F4B8-F8A9-778D93D05BDE}"/>
              </a:ext>
            </a:extLst>
          </p:cNvPr>
          <p:cNvSpPr txBox="1"/>
          <p:nvPr/>
        </p:nvSpPr>
        <p:spPr>
          <a:xfrm>
            <a:off x="2459484" y="1952450"/>
            <a:ext cx="9001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/home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4FA05AE-1B4A-CA8C-83A1-1753E1C0FCCD}"/>
              </a:ext>
            </a:extLst>
          </p:cNvPr>
          <p:cNvSpPr/>
          <p:nvPr/>
        </p:nvSpPr>
        <p:spPr>
          <a:xfrm>
            <a:off x="4196159" y="2441512"/>
            <a:ext cx="188444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B9C5527-7770-C5A2-8111-0F8398ADB4D1}"/>
              </a:ext>
            </a:extLst>
          </p:cNvPr>
          <p:cNvSpPr/>
          <p:nvPr/>
        </p:nvSpPr>
        <p:spPr>
          <a:xfrm>
            <a:off x="6344686" y="2420888"/>
            <a:ext cx="1884449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25F1964-429C-19E1-1248-981B13A52C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7623" y="2060848"/>
            <a:ext cx="2997029" cy="375303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FBA7865-8D8F-9AF2-EE54-63E32AC92683}"/>
              </a:ext>
            </a:extLst>
          </p:cNvPr>
          <p:cNvSpPr txBox="1"/>
          <p:nvPr/>
        </p:nvSpPr>
        <p:spPr>
          <a:xfrm>
            <a:off x="9095481" y="5811056"/>
            <a:ext cx="2741312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각 페이지 </a:t>
            </a:r>
            <a:r>
              <a:rPr lang="en-US" altLang="ko-KR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routes.py </a:t>
            </a: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에서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6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선택하여 출력가능</a:t>
            </a:r>
            <a:endParaRPr lang="en-US" altLang="ko-KR" sz="16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06622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C2449-8B1A-D882-BBC7-E49B70FEB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D7DF9647-6574-B357-C1F5-6B04BB01E284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87183A3-EC10-8A6D-48B8-DF927EBA59C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1DA32457-4945-9687-56FD-E5FCE9EA540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DF107D-959F-4731-9CBE-42D4D85A8B2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9410B87-7CB3-2A13-E845-37EA70037040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B46338A1-6EE4-845A-29F0-3109AE2126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D28C3367-4109-8BE2-3114-99773DDA98EB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F6365D-BA21-92B1-2366-B4E8DA8CBB32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72A6D3-DC87-F13A-9D3C-2A8163C14C5D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34CA06-FC44-2147-2AD3-0056F72DD370}"/>
              </a:ext>
            </a:extLst>
          </p:cNvPr>
          <p:cNvSpPr txBox="1"/>
          <p:nvPr/>
        </p:nvSpPr>
        <p:spPr>
          <a:xfrm>
            <a:off x="623392" y="1304764"/>
            <a:ext cx="5436604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spcBef>
                <a:spcPts val="600"/>
              </a:spcBef>
            </a:pPr>
            <a:r>
              <a:rPr kumimoji="0" lang="en-US" altLang="ko-KR" sz="1400" b="1" i="0" u="none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t>UX</a:t>
            </a:r>
            <a:r>
              <a:rPr kumimoji="0" lang="ko-KR" altLang="en-US" sz="1400" b="1" i="0" u="none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t> </a:t>
            </a:r>
            <a:r>
              <a:rPr kumimoji="0" lang="en-US" altLang="ko-KR" sz="1400" b="1" i="0" u="none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t>/ DB </a:t>
            </a:r>
            <a:r>
              <a:rPr kumimoji="0" lang="ko-KR" altLang="en-US" sz="1400" b="1" i="0" u="none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t>설계</a:t>
            </a:r>
            <a:r>
              <a:rPr lang="en-US" altLang="ko-KR" sz="14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/ </a:t>
            </a:r>
            <a:r>
              <a:rPr kumimoji="0" lang="ko-KR" altLang="en-US" sz="1400" b="1" i="0" u="none" strike="noStrike" kern="1200" cap="none" spc="0" normalizeH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세방고딕 Regular" panose="00000500000000000000" pitchFamily="2" charset="-127"/>
                <a:ea typeface="세방고딕 Regular" panose="00000500000000000000" pitchFamily="2" charset="-127"/>
                <a:cs typeface="+mn-cs"/>
              </a:rPr>
              <a:t>데이터 연결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– JS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작성 및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설계 데이터 연결 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40CDB55-F29D-5B41-0A39-BF56B42DA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528" y="1904669"/>
            <a:ext cx="2219635" cy="482032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DD1FC90-2927-5EDC-96A1-C895A6875CB9}"/>
              </a:ext>
            </a:extLst>
          </p:cNvPr>
          <p:cNvSpPr txBox="1"/>
          <p:nvPr/>
        </p:nvSpPr>
        <p:spPr>
          <a:xfrm>
            <a:off x="4331804" y="3225597"/>
            <a:ext cx="2741312" cy="1719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기존 </a:t>
            </a: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AI 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기능 구현을 위한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컬럼 추가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신규 테이블 생성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C381261-C2C0-6715-B458-2D23103075F1}"/>
              </a:ext>
            </a:extLst>
          </p:cNvPr>
          <p:cNvSpPr/>
          <p:nvPr/>
        </p:nvSpPr>
        <p:spPr>
          <a:xfrm>
            <a:off x="519496" y="2397820"/>
            <a:ext cx="1940100" cy="5991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5419778-9DA1-8783-313E-751F45838300}"/>
              </a:ext>
            </a:extLst>
          </p:cNvPr>
          <p:cNvSpPr/>
          <p:nvPr/>
        </p:nvSpPr>
        <p:spPr>
          <a:xfrm>
            <a:off x="525772" y="3465004"/>
            <a:ext cx="1940100" cy="2335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9674B78-4554-2004-43FC-AD2993E61184}"/>
              </a:ext>
            </a:extLst>
          </p:cNvPr>
          <p:cNvSpPr/>
          <p:nvPr/>
        </p:nvSpPr>
        <p:spPr>
          <a:xfrm>
            <a:off x="546071" y="5811056"/>
            <a:ext cx="1940100" cy="599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58B281-EC05-89DC-65B4-29E8EE6A893E}"/>
              </a:ext>
            </a:extLst>
          </p:cNvPr>
          <p:cNvSpPr txBox="1"/>
          <p:nvPr/>
        </p:nvSpPr>
        <p:spPr>
          <a:xfrm>
            <a:off x="8184232" y="3581795"/>
            <a:ext cx="2741312" cy="888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en-US" altLang="ko-KR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HTML → Jinja </a:t>
            </a: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문법 변환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데이터 연결 테스트</a:t>
            </a:r>
            <a:endParaRPr lang="en-US" altLang="ko-KR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08D45270-E194-5396-C439-B148559B2759}"/>
              </a:ext>
            </a:extLst>
          </p:cNvPr>
          <p:cNvCxnSpPr/>
          <p:nvPr/>
        </p:nvCxnSpPr>
        <p:spPr>
          <a:xfrm>
            <a:off x="3450694" y="4077072"/>
            <a:ext cx="360040" cy="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FDA9B984-AB64-3BFF-A2F4-29BCC57A1EFB}"/>
              </a:ext>
            </a:extLst>
          </p:cNvPr>
          <p:cNvCxnSpPr/>
          <p:nvPr/>
        </p:nvCxnSpPr>
        <p:spPr>
          <a:xfrm>
            <a:off x="7392144" y="4056236"/>
            <a:ext cx="360040" cy="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4267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7F6D9-AF82-55D5-31B2-D3BAB9E96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922F0C11-A45D-CD40-774A-4E189D200E1A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58AFBFB-203D-6AA2-70DD-2BA3A23C90A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A5D8C77-46D1-C27A-DB96-1EE5FB11B7EC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5CE5FC-D967-FD9E-EEE5-9EAC866F07BA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D388773-22D2-F533-94D3-C298D1CF8E0E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23F796D-DCF8-5DDD-B29F-15CAC269E1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03133587-6780-D01D-E1C1-E92C11D4A12A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694F58-4CE2-6058-7E1A-633525AE4F37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2BE785-BDE5-E89B-8CCD-548C71AEB603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41621B9-055E-D929-9A56-2CAF5D695B23}"/>
              </a:ext>
            </a:extLst>
          </p:cNvPr>
          <p:cNvSpPr txBox="1"/>
          <p:nvPr/>
        </p:nvSpPr>
        <p:spPr>
          <a:xfrm>
            <a:off x="623392" y="1304764"/>
            <a:ext cx="5436604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spcBef>
                <a:spcPts val="600"/>
              </a:spcBef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데이터 수집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시각화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– </a:t>
            </a:r>
            <a:r>
              <a:rPr lang="ko-KR" altLang="en-US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크롤링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정제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정규화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4121E0-DD28-65FF-C329-A04197B51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70" y="1775971"/>
            <a:ext cx="1753073" cy="483838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D9518F1D-E0F3-CE9B-713E-9D8A834F380C}"/>
              </a:ext>
            </a:extLst>
          </p:cNvPr>
          <p:cNvSpPr/>
          <p:nvPr/>
        </p:nvSpPr>
        <p:spPr>
          <a:xfrm>
            <a:off x="227348" y="2051702"/>
            <a:ext cx="1666694" cy="35375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87047C-9916-CB3F-408A-2FA7F351738F}"/>
              </a:ext>
            </a:extLst>
          </p:cNvPr>
          <p:cNvSpPr txBox="1"/>
          <p:nvPr/>
        </p:nvSpPr>
        <p:spPr>
          <a:xfrm>
            <a:off x="5329715" y="3107872"/>
            <a:ext cx="3006863" cy="2435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크롤링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데이터 선정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제목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설명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이미지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</a:t>
            </a:r>
            <a:r>
              <a:rPr lang="en-US" altLang="ko-KR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url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페이지 이동 </a:t>
            </a:r>
            <a:r>
              <a:rPr lang="en-US" altLang="ko-KR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url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↓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셀레니움을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이용하여 데이터 수집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↓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제목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설명 </a:t>
            </a:r>
            <a:r>
              <a:rPr lang="ko-KR" altLang="en-US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전처리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05A3293-5B7C-9CF8-D0C6-F9616B9F3AB4}"/>
              </a:ext>
            </a:extLst>
          </p:cNvPr>
          <p:cNvCxnSpPr/>
          <p:nvPr/>
        </p:nvCxnSpPr>
        <p:spPr>
          <a:xfrm>
            <a:off x="5123892" y="4041068"/>
            <a:ext cx="360040" cy="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3E1DF29-D659-413B-3DBA-FCCD28191CAB}"/>
              </a:ext>
            </a:extLst>
          </p:cNvPr>
          <p:cNvCxnSpPr>
            <a:cxnSpLocks/>
          </p:cNvCxnSpPr>
          <p:nvPr/>
        </p:nvCxnSpPr>
        <p:spPr>
          <a:xfrm>
            <a:off x="263352" y="2204864"/>
            <a:ext cx="31454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25ED21A2-8351-623C-2291-67D246003D24}"/>
              </a:ext>
            </a:extLst>
          </p:cNvPr>
          <p:cNvCxnSpPr>
            <a:cxnSpLocks/>
          </p:cNvCxnSpPr>
          <p:nvPr/>
        </p:nvCxnSpPr>
        <p:spPr>
          <a:xfrm>
            <a:off x="335360" y="2348880"/>
            <a:ext cx="468052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F4FB45B-8627-3A38-A4AF-51BB07A090CD}"/>
              </a:ext>
            </a:extLst>
          </p:cNvPr>
          <p:cNvCxnSpPr>
            <a:cxnSpLocks/>
          </p:cNvCxnSpPr>
          <p:nvPr/>
        </p:nvCxnSpPr>
        <p:spPr>
          <a:xfrm>
            <a:off x="335360" y="2924944"/>
            <a:ext cx="20653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3FC57582-E1C9-FBEF-2134-BE9A1D2A1B57}"/>
              </a:ext>
            </a:extLst>
          </p:cNvPr>
          <p:cNvCxnSpPr>
            <a:cxnSpLocks/>
          </p:cNvCxnSpPr>
          <p:nvPr/>
        </p:nvCxnSpPr>
        <p:spPr>
          <a:xfrm>
            <a:off x="299356" y="3392996"/>
            <a:ext cx="68407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CC38C0F4-012F-76B6-2D42-B49923706F3D}"/>
              </a:ext>
            </a:extLst>
          </p:cNvPr>
          <p:cNvCxnSpPr>
            <a:cxnSpLocks/>
          </p:cNvCxnSpPr>
          <p:nvPr/>
        </p:nvCxnSpPr>
        <p:spPr>
          <a:xfrm>
            <a:off x="299356" y="4257092"/>
            <a:ext cx="684076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5448C446-DE95-5549-4F20-D4ABE0A0CEAE}"/>
              </a:ext>
            </a:extLst>
          </p:cNvPr>
          <p:cNvSpPr txBox="1"/>
          <p:nvPr/>
        </p:nvSpPr>
        <p:spPr>
          <a:xfrm>
            <a:off x="8757172" y="2838567"/>
            <a:ext cx="3260658" cy="2973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전처리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데이터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형태소 분석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</a:t>
            </a:r>
            <a:r>
              <a:rPr lang="en-US" altLang="ko-KR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Okt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 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정규표현식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(Regex)</a:t>
            </a: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1-gram, 2-gram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단어 생성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TF-IDF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기반 중요도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TOP 5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 키워드 추출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↓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추출된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 키워드 </a:t>
            </a:r>
            <a:r>
              <a:rPr lang="ko-KR" altLang="en-US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임베딩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벡터화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↓</a:t>
            </a: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데이터 결합 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DB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삽입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38B744-501D-1B7A-57D5-0775612EE6BD}"/>
              </a:ext>
            </a:extLst>
          </p:cNvPr>
          <p:cNvSpPr txBox="1"/>
          <p:nvPr/>
        </p:nvSpPr>
        <p:spPr>
          <a:xfrm>
            <a:off x="1908140" y="3575714"/>
            <a:ext cx="326065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크롤링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사이트 선정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defRPr/>
            </a:pPr>
            <a:r>
              <a:rPr lang="en-US" altLang="ko-KR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ad_category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= 1 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강의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인프런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defRPr/>
            </a:pPr>
            <a:r>
              <a:rPr lang="en-US" altLang="ko-KR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ad_category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= 2 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서적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교보문고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defRPr/>
            </a:pPr>
            <a:r>
              <a:rPr lang="en-US" altLang="ko-KR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ad_category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 = 3 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쇼핑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en-US" altLang="ko-KR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coupang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6B70C6B9-088C-7D6C-C3DF-DED2FB64B2E9}"/>
              </a:ext>
            </a:extLst>
          </p:cNvPr>
          <p:cNvCxnSpPr/>
          <p:nvPr/>
        </p:nvCxnSpPr>
        <p:spPr>
          <a:xfrm>
            <a:off x="8234876" y="4041068"/>
            <a:ext cx="360040" cy="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4112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754B-DB3E-C27C-CF84-C5125CDBD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B47ABDB8-51B6-5FCF-3CBE-0F2068C31C73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3FCC03D-B24E-1E4C-1D27-3332ECC2D5AD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306472-9561-6E20-7FE4-AB5D30F0E27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BB1A32-CFB1-0E36-526C-FAF68D9FC33F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47F1AE-512B-EA06-2C8D-B61A2C985E29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F2BE45AB-A0B5-98A3-D531-262CD1FC0E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6F1258C8-7BA6-D6B3-6D3D-900A2F32627E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0FAD92-7213-CEF0-8C37-4BC89547630D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9B56D5-5E1F-8C6D-A673-0CA317D278C2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603F09B-2D64-1658-E8A9-C106C4415DCC}"/>
              </a:ext>
            </a:extLst>
          </p:cNvPr>
          <p:cNvSpPr txBox="1"/>
          <p:nvPr/>
        </p:nvSpPr>
        <p:spPr>
          <a:xfrm>
            <a:off x="623392" y="1304764"/>
            <a:ext cx="5436604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spcBef>
                <a:spcPts val="600"/>
              </a:spcBef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모델링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서비스 구축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AA76F2-CEF5-76DD-3561-83797ED3A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56" y="1916832"/>
            <a:ext cx="2801453" cy="45496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4924141-49F7-74F6-25A7-5FCBDE91A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809" y="1916832"/>
            <a:ext cx="3025627" cy="45496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CC74068-EECD-CB24-D7A8-B39C4E907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2104" y="2028878"/>
            <a:ext cx="4648849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87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27281-B0D7-614A-0665-E1E676900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82F9D582-6070-0CAF-9D12-EED231BA18FB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2DE4B38-5F94-65F4-16D1-B19A3EED0D8E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EAE6212-28AE-D982-DF64-BB3D196B3114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30B257-47F3-8070-1D86-C22B25AD6213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50458F6-FD5D-8CAF-72BA-559DAFDA31F8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C8035DC9-B0B4-C68D-BA89-F0F134A152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1DBF2059-6797-0304-0ADD-3EB806D5DE0D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C00E53-10DE-4490-41B0-16B84C34A03C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82052-33D8-D069-6B90-1222A401995D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2F3478F-8530-CFDC-812B-A063A1FA3C4B}"/>
              </a:ext>
            </a:extLst>
          </p:cNvPr>
          <p:cNvSpPr txBox="1"/>
          <p:nvPr/>
        </p:nvSpPr>
        <p:spPr>
          <a:xfrm>
            <a:off x="623392" y="1304764"/>
            <a:ext cx="5436604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spcBef>
                <a:spcPts val="600"/>
              </a:spcBef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모델링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서비스 구축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DD1436-5373-F45A-9838-4B824CC028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1504" y="1916832"/>
            <a:ext cx="8856984" cy="259101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AAD6F2C-57B1-CC4B-EE6C-791618EB9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504" y="4365104"/>
            <a:ext cx="8856984" cy="225907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3779F2F-4C26-A2B9-418E-98769E9DAD7D}"/>
              </a:ext>
            </a:extLst>
          </p:cNvPr>
          <p:cNvSpPr/>
          <p:nvPr/>
        </p:nvSpPr>
        <p:spPr>
          <a:xfrm>
            <a:off x="7068108" y="1988840"/>
            <a:ext cx="1332148" cy="435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64A80B-87AA-E543-D43A-188B8414EF2D}"/>
              </a:ext>
            </a:extLst>
          </p:cNvPr>
          <p:cNvSpPr/>
          <p:nvPr/>
        </p:nvSpPr>
        <p:spPr>
          <a:xfrm>
            <a:off x="7104112" y="4437112"/>
            <a:ext cx="1332148" cy="4354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39F9D1E-0DEC-67E6-9DAF-02BCCA1A054D}"/>
              </a:ext>
            </a:extLst>
          </p:cNvPr>
          <p:cNvSpPr/>
          <p:nvPr/>
        </p:nvSpPr>
        <p:spPr>
          <a:xfrm>
            <a:off x="8724292" y="2642996"/>
            <a:ext cx="1692188" cy="103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790FB67-663D-AB05-EDE3-F79BCB6DDCE7}"/>
              </a:ext>
            </a:extLst>
          </p:cNvPr>
          <p:cNvSpPr/>
          <p:nvPr/>
        </p:nvSpPr>
        <p:spPr>
          <a:xfrm>
            <a:off x="8760296" y="5067442"/>
            <a:ext cx="1692188" cy="103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4735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FB6F6-B5B4-D707-29BC-CE3EA6C1C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A6D0EFB4-C4F8-C8C3-A162-76FC8E7658E5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0233B67-922C-D958-7C6F-67F8961BFADC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338A895-6A4F-9F08-E3ED-008EC6C2A26B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2CF50B-CFF2-6BC4-A0D7-E459CCF99E4E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F4680F0-95A1-9AAB-0FAF-DBE7E0C4A747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F038BC5B-9AF8-CD6E-4E49-799BC6ED5DE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E2E4F7C3-656B-EC5F-C097-A1C4D4B78FF6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897D44A-3FCE-A2A0-AFCB-A524633B755E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A2EC17-4489-AB27-23D4-FAEBAEDB55B5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1F2C53D-18CF-DC3C-C51C-97A642F43368}"/>
              </a:ext>
            </a:extLst>
          </p:cNvPr>
          <p:cNvSpPr txBox="1"/>
          <p:nvPr/>
        </p:nvSpPr>
        <p:spPr>
          <a:xfrm>
            <a:off x="623392" y="1304764"/>
            <a:ext cx="5436604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spcBef>
                <a:spcPts val="600"/>
              </a:spcBef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모델링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서비스 구축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6A5C71-0416-18C8-2E27-AF102EEDFFD4}"/>
              </a:ext>
            </a:extLst>
          </p:cNvPr>
          <p:cNvSpPr txBox="1"/>
          <p:nvPr/>
        </p:nvSpPr>
        <p:spPr>
          <a:xfrm>
            <a:off x="0" y="1863091"/>
            <a:ext cx="326065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비슷한 로직으로 구현 된 지능형 기능 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1B68FB6-70B2-8C18-6AF6-3A2AA34F1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92" y="2492896"/>
            <a:ext cx="8588552" cy="36133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ABA885-2E35-12B0-4DFF-A7C8C02765F9}"/>
              </a:ext>
            </a:extLst>
          </p:cNvPr>
          <p:cNvSpPr txBox="1"/>
          <p:nvPr/>
        </p:nvSpPr>
        <p:spPr>
          <a:xfrm>
            <a:off x="4979876" y="2666436"/>
            <a:ext cx="326065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내 관심 그래프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00614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5D4F6-CDEE-C65F-48E8-61476ED40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1DEF3BC-E239-3B70-21B6-063A678F4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945" y="2308932"/>
            <a:ext cx="8724292" cy="375021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C4C5B516-C3D4-0E33-DFE2-0EF8AC1FC559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203FDBD1-DF8F-B84A-F349-3806E4CD9E74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50B2D9B3-149C-DD39-91A8-A9D9CF4C8B9E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004E49C-CE3B-299E-E455-FF34AFF04E3F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E03F2F2-3D14-4105-4478-15FBE9C79717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9D6CDE2-D561-F73F-2818-908AF8E4180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D3C74F52-6551-0490-10D3-8AA6F7A8D4F3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F9C6231-02FE-7308-1350-2D58D9DB8D97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5D000-DBCA-59B1-5B90-C580A111055F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331859-B102-475D-1BF9-597EEC37F04B}"/>
              </a:ext>
            </a:extLst>
          </p:cNvPr>
          <p:cNvSpPr txBox="1"/>
          <p:nvPr/>
        </p:nvSpPr>
        <p:spPr>
          <a:xfrm>
            <a:off x="623392" y="1304764"/>
            <a:ext cx="5436604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spcBef>
                <a:spcPts val="600"/>
              </a:spcBef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모델링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서비스 구축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263258-4F0D-3F58-5246-E3802B6BAAD2}"/>
              </a:ext>
            </a:extLst>
          </p:cNvPr>
          <p:cNvSpPr txBox="1"/>
          <p:nvPr/>
        </p:nvSpPr>
        <p:spPr>
          <a:xfrm>
            <a:off x="0" y="1863091"/>
            <a:ext cx="326065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비슷한 로직으로 구현 된 지능형 기능 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31EFA6-9C78-49C2-9587-AD93B3BA6805}"/>
              </a:ext>
            </a:extLst>
          </p:cNvPr>
          <p:cNvSpPr txBox="1"/>
          <p:nvPr/>
        </p:nvSpPr>
        <p:spPr>
          <a:xfrm>
            <a:off x="4353762" y="2501429"/>
            <a:ext cx="326065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활동 로그 </a:t>
            </a:r>
            <a:r>
              <a:rPr lang="ko-KR" altLang="en-US" sz="1400" b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기반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AI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게시글 추천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2616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B9CB9-2E04-4D20-CAF9-D5661234A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B59C9804-34EA-FE78-C9EB-4B10C54C3E45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5C30C81-F8D3-2525-4C7A-5D2B35014D0B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24D81D3-F7DB-15EA-B654-5B2D13419244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86F837-A6F5-C577-E8B4-52C6FDB31705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F5D91EE-FCE5-47E5-6962-505BDE2B56AB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C8D90D6D-A61A-02BA-B285-F25B02E5A6E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84921B23-1690-9E9C-5FCC-8EC78C2205EB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FA38CC-C4B3-0B65-6D8B-2B77C7EC3EE9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E6EA1-7C37-ECD9-A491-A120C150C463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33A3F91-8CDE-6D9F-4587-DBBA10B6EC14}"/>
              </a:ext>
            </a:extLst>
          </p:cNvPr>
          <p:cNvSpPr txBox="1"/>
          <p:nvPr/>
        </p:nvSpPr>
        <p:spPr>
          <a:xfrm>
            <a:off x="623392" y="1304764"/>
            <a:ext cx="5436604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spcBef>
                <a:spcPts val="600"/>
              </a:spcBef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모델링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서비스 구축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3D360B-BF36-4164-4D09-2988A349B259}"/>
              </a:ext>
            </a:extLst>
          </p:cNvPr>
          <p:cNvSpPr txBox="1"/>
          <p:nvPr/>
        </p:nvSpPr>
        <p:spPr>
          <a:xfrm>
            <a:off x="-24680" y="1863091"/>
            <a:ext cx="326065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비슷한 로직으로 구현 된 지능형 기능 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B406E-24DF-1A68-2740-1C71B4BEC937}"/>
              </a:ext>
            </a:extLst>
          </p:cNvPr>
          <p:cNvSpPr txBox="1"/>
          <p:nvPr/>
        </p:nvSpPr>
        <p:spPr>
          <a:xfrm>
            <a:off x="4151784" y="2677227"/>
            <a:ext cx="3260658" cy="329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조건에 해당하는 데이터 조회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↓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제목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내용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태그 분석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상위 키워드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20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 추출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↓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키워드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3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개 씩 </a:t>
            </a:r>
            <a:r>
              <a:rPr lang="ko-KR" altLang="en-US" sz="1400" b="1" dirty="0" err="1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슬라이싱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↓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스케줄러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1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시간 마다 키워드 로테이션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↓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프론트 출력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E2F4ED-C8B6-8F94-8CAE-AA368E993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52" y="2308312"/>
            <a:ext cx="3379711" cy="4356571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80AAAEB-EC6C-181C-B748-D4AFCBFE4763}"/>
              </a:ext>
            </a:extLst>
          </p:cNvPr>
          <p:cNvCxnSpPr/>
          <p:nvPr/>
        </p:nvCxnSpPr>
        <p:spPr>
          <a:xfrm>
            <a:off x="7536160" y="4221088"/>
            <a:ext cx="360040" cy="0"/>
          </a:xfrm>
          <a:prstGeom prst="straightConnector1">
            <a:avLst/>
          </a:prstGeom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BA05F55A-CD46-ECCC-2FD0-85E7E1B64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264" y="1974426"/>
            <a:ext cx="2690490" cy="4493324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F16A42-7F0B-5BAB-060D-ECACCCDA0542}"/>
              </a:ext>
            </a:extLst>
          </p:cNvPr>
          <p:cNvSpPr/>
          <p:nvPr/>
        </p:nvSpPr>
        <p:spPr>
          <a:xfrm>
            <a:off x="8544272" y="2308313"/>
            <a:ext cx="2520280" cy="328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530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3769D-DCC0-AE8D-02EF-3CB3DF35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07949EA-21FB-B090-0B38-7E00FB7ECA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976" y="2022280"/>
            <a:ext cx="3073783" cy="3839514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66E1BB40-0E54-8981-8D53-8C7BBAC1BECB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0A71847-76C2-A64C-6BE7-640DB214C18C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343CB46-3935-BD0C-7148-11D6D1689283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82136D-9EF5-CCCF-74ED-DE88475F1985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4487F6-4D5D-3050-D51E-54574EC354CE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60A5633F-26E5-A2C2-91D9-D6C8287469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683251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D0E3AE3D-234A-78EC-5E55-F44E0C1434BB}"/>
              </a:ext>
            </a:extLst>
          </p:cNvPr>
          <p:cNvSpPr/>
          <p:nvPr/>
        </p:nvSpPr>
        <p:spPr>
          <a:xfrm>
            <a:off x="541891" y="1428838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7DC6F2-87FA-1EA8-FD4F-D1C877B5B870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9F15F-B216-B058-A217-3485B9E54450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9713F8E-0643-032C-8B5B-4CEC671B8A11}"/>
              </a:ext>
            </a:extLst>
          </p:cNvPr>
          <p:cNvSpPr txBox="1"/>
          <p:nvPr/>
        </p:nvSpPr>
        <p:spPr>
          <a:xfrm>
            <a:off x="623392" y="1304764"/>
            <a:ext cx="5436604" cy="340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ct val="120000"/>
              </a:lnSpc>
              <a:spcBef>
                <a:spcPts val="600"/>
              </a:spcBef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모델링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/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서비스 구축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0F6C1-5790-9E67-B294-87E495F3B1EE}"/>
              </a:ext>
            </a:extLst>
          </p:cNvPr>
          <p:cNvSpPr txBox="1"/>
          <p:nvPr/>
        </p:nvSpPr>
        <p:spPr>
          <a:xfrm>
            <a:off x="119336" y="1863091"/>
            <a:ext cx="3260658" cy="38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제미나이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API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를 이용한 실시간 태그추천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384F2-0C38-F747-E594-B5DA47DB50EA}"/>
              </a:ext>
            </a:extLst>
          </p:cNvPr>
          <p:cNvSpPr txBox="1"/>
          <p:nvPr/>
        </p:nvSpPr>
        <p:spPr>
          <a:xfrm>
            <a:off x="7876150" y="5966623"/>
            <a:ext cx="3260658" cy="711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사용자 작성중인 내용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  <a:p>
            <a:pPr algn="ctr">
              <a:lnSpc>
                <a:spcPct val="150000"/>
              </a:lnSpc>
              <a:defRPr/>
            </a:pP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실시간 분석하여 태그 추천</a:t>
            </a:r>
            <a:endParaRPr lang="en-US" altLang="ko-KR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3D4445E-B1B3-FDD5-D637-7C6AB084C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102" y="2347606"/>
            <a:ext cx="4665116" cy="4249746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53886F-4BC4-9770-3E38-34547FB68A43}"/>
              </a:ext>
            </a:extLst>
          </p:cNvPr>
          <p:cNvSpPr/>
          <p:nvPr/>
        </p:nvSpPr>
        <p:spPr>
          <a:xfrm>
            <a:off x="7875976" y="5341561"/>
            <a:ext cx="2648516" cy="526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86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그래픽 98">
            <a:extLst>
              <a:ext uri="{FF2B5EF4-FFF2-40B4-BE49-F238E27FC236}">
                <a16:creationId xmlns:a16="http://schemas.microsoft.com/office/drawing/2014/main" id="{F903AA09-02EA-76CC-8175-834ABC7B3E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FDEB448-9EE3-E350-4F7B-B8FDAF319438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수행 경과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04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F4B2E62-632E-762D-16F9-2015B268C1F4}"/>
              </a:ext>
            </a:extLst>
          </p:cNvPr>
          <p:cNvGrpSpPr/>
          <p:nvPr/>
        </p:nvGrpSpPr>
        <p:grpSpPr>
          <a:xfrm>
            <a:off x="541891" y="1430219"/>
            <a:ext cx="10526159" cy="369332"/>
            <a:chOff x="541891" y="1430219"/>
            <a:chExt cx="10526159" cy="369332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7F04AE5-D365-4B0E-9031-83310E282831}"/>
                </a:ext>
              </a:extLst>
            </p:cNvPr>
            <p:cNvSpPr txBox="1"/>
            <p:nvPr/>
          </p:nvSpPr>
          <p:spPr>
            <a:xfrm>
              <a:off x="743615" y="1430219"/>
              <a:ext cx="103244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indent="0" fontAlgn="base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훈련생 발표 영상이 아닌 세부 기능 소개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, </a:t>
              </a:r>
              <a:r>
                <a:rPr lang="ko-KR" altLang="en-US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화면 구동 및 기능 동작 여부 시연영상으로 제작한다</a:t>
              </a:r>
              <a:r>
                <a:rPr lang="en-US" altLang="ko-KR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.</a:t>
              </a:r>
              <a:endParaRPr lang="ko-KR" altLang="en-US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45" name="그래픽 43">
              <a:extLst>
                <a:ext uri="{FF2B5EF4-FFF2-40B4-BE49-F238E27FC236}">
                  <a16:creationId xmlns:a16="http://schemas.microsoft.com/office/drawing/2014/main" id="{512AEB8B-AA28-FDBA-00E7-D5D95C2F683D}"/>
                </a:ext>
              </a:extLst>
            </p:cNvPr>
            <p:cNvSpPr/>
            <p:nvPr/>
          </p:nvSpPr>
          <p:spPr>
            <a:xfrm>
              <a:off x="541891" y="1539006"/>
              <a:ext cx="101147" cy="113869"/>
            </a:xfrm>
            <a:custGeom>
              <a:avLst/>
              <a:gdLst>
                <a:gd name="connsiteX0" fmla="*/ 428021 w 450214"/>
                <a:gd name="connsiteY0" fmla="*/ 214932 h 506845"/>
                <a:gd name="connsiteX1" fmla="*/ 66705 w 450214"/>
                <a:gd name="connsiteY1" fmla="*/ 6045 h 506845"/>
                <a:gd name="connsiteX2" fmla="*/ 0 w 450214"/>
                <a:gd name="connsiteY2" fmla="*/ 44511 h 506845"/>
                <a:gd name="connsiteX3" fmla="*/ 0 w 450214"/>
                <a:gd name="connsiteY3" fmla="*/ 462326 h 506845"/>
                <a:gd name="connsiteX4" fmla="*/ 66705 w 450214"/>
                <a:gd name="connsiteY4" fmla="*/ 500812 h 506845"/>
                <a:gd name="connsiteX5" fmla="*/ 428021 w 450214"/>
                <a:gd name="connsiteY5" fmla="*/ 291905 h 506845"/>
                <a:gd name="connsiteX6" fmla="*/ 428021 w 450214"/>
                <a:gd name="connsiteY6" fmla="*/ 214932 h 506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 cap="flat">
              <a:noFill/>
              <a:prstDash val="solid"/>
              <a:miter/>
            </a:ln>
            <a:effectLst>
              <a:outerShdw blurRad="50800" dist="38100" dir="5400000" algn="t" rotWithShape="0">
                <a:srgbClr val="3378C8">
                  <a:alpha val="40000"/>
                </a:srgbClr>
              </a:outerShdw>
            </a:effectLst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BD100E5-682D-13CE-B307-81D8B8E71B57}"/>
              </a:ext>
            </a:extLst>
          </p:cNvPr>
          <p:cNvSpPr txBox="1"/>
          <p:nvPr/>
        </p:nvSpPr>
        <p:spPr>
          <a:xfrm>
            <a:off x="8312385" y="854343"/>
            <a:ext cx="344777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*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용량제한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: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팀별 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5-10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분 내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(100MB </a:t>
            </a:r>
            <a:r>
              <a:rPr lang="ko-KR" altLang="en-US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이하</a:t>
            </a:r>
            <a:r>
              <a:rPr lang="en-US" altLang="ko-KR" sz="1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rPr>
              <a:t>)</a:t>
            </a:r>
            <a:endParaRPr lang="ko-KR" altLang="en-US" sz="1400" b="1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1916849"/>
            <a:ext cx="12192000" cy="23358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F15E6CC2-791D-CE03-4E5D-FC4D5DA0D776}"/>
              </a:ext>
            </a:extLst>
          </p:cNvPr>
          <p:cNvGrpSpPr/>
          <p:nvPr/>
        </p:nvGrpSpPr>
        <p:grpSpPr>
          <a:xfrm>
            <a:off x="515938" y="2074230"/>
            <a:ext cx="11244217" cy="4263070"/>
            <a:chOff x="541890" y="2074230"/>
            <a:chExt cx="11218265" cy="4263070"/>
          </a:xfrm>
        </p:grpSpPr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3099E05E-02C6-A81E-C474-FDA5B9889330}"/>
                </a:ext>
              </a:extLst>
            </p:cNvPr>
            <p:cNvSpPr/>
            <p:nvPr/>
          </p:nvSpPr>
          <p:spPr>
            <a:xfrm>
              <a:off x="541890" y="2074230"/>
              <a:ext cx="11218265" cy="4263070"/>
            </a:xfrm>
            <a:custGeom>
              <a:avLst/>
              <a:gdLst>
                <a:gd name="connsiteX0" fmla="*/ 0 w 7434265"/>
                <a:gd name="connsiteY0" fmla="*/ 0 h 4167182"/>
                <a:gd name="connsiteX1" fmla="*/ 7434265 w 7434265"/>
                <a:gd name="connsiteY1" fmla="*/ 0 h 4167182"/>
                <a:gd name="connsiteX2" fmla="*/ 7434265 w 7434265"/>
                <a:gd name="connsiteY2" fmla="*/ 4167182 h 4167182"/>
                <a:gd name="connsiteX3" fmla="*/ 0 w 7434265"/>
                <a:gd name="connsiteY3" fmla="*/ 4167182 h 416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434265" h="4167182">
                  <a:moveTo>
                    <a:pt x="0" y="0"/>
                  </a:moveTo>
                  <a:lnTo>
                    <a:pt x="7434265" y="0"/>
                  </a:lnTo>
                  <a:lnTo>
                    <a:pt x="7434265" y="4167182"/>
                  </a:lnTo>
                  <a:lnTo>
                    <a:pt x="0" y="4167182"/>
                  </a:lnTo>
                  <a:close/>
                </a:path>
              </a:pathLst>
            </a:custGeom>
            <a:solidFill>
              <a:srgbClr val="2C3E50"/>
            </a:solidFill>
            <a:ln w="15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 dirty="0"/>
            </a:p>
          </p:txBody>
        </p: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C6B04FF-38A0-FA54-0A62-02F17334FC33}"/>
                </a:ext>
              </a:extLst>
            </p:cNvPr>
            <p:cNvGrpSpPr/>
            <p:nvPr/>
          </p:nvGrpSpPr>
          <p:grpSpPr>
            <a:xfrm>
              <a:off x="5477907" y="3423519"/>
              <a:ext cx="1213444" cy="1213444"/>
              <a:chOff x="3786965" y="3559393"/>
              <a:chExt cx="1213444" cy="1213444"/>
            </a:xfrm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73385F2-CC16-2514-41B1-037A4AA4215A}"/>
                  </a:ext>
                </a:extLst>
              </p:cNvPr>
              <p:cNvSpPr/>
              <p:nvPr/>
            </p:nvSpPr>
            <p:spPr>
              <a:xfrm>
                <a:off x="4214890" y="3929447"/>
                <a:ext cx="419805" cy="488280"/>
              </a:xfrm>
              <a:custGeom>
                <a:avLst/>
                <a:gdLst>
                  <a:gd name="connsiteX0" fmla="*/ 419806 w 419805"/>
                  <a:gd name="connsiteY0" fmla="*/ 244148 h 488280"/>
                  <a:gd name="connsiteX1" fmla="*/ 209910 w 419805"/>
                  <a:gd name="connsiteY1" fmla="*/ 366214 h 488280"/>
                  <a:gd name="connsiteX2" fmla="*/ 0 w 419805"/>
                  <a:gd name="connsiteY2" fmla="*/ 488281 h 488280"/>
                  <a:gd name="connsiteX3" fmla="*/ 0 w 419805"/>
                  <a:gd name="connsiteY3" fmla="*/ 244148 h 488280"/>
                  <a:gd name="connsiteX4" fmla="*/ 0 w 419805"/>
                  <a:gd name="connsiteY4" fmla="*/ 0 h 488280"/>
                  <a:gd name="connsiteX5" fmla="*/ 209910 w 419805"/>
                  <a:gd name="connsiteY5" fmla="*/ 122082 h 488280"/>
                  <a:gd name="connsiteX6" fmla="*/ 419806 w 419805"/>
                  <a:gd name="connsiteY6" fmla="*/ 244148 h 488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19805" h="488280">
                    <a:moveTo>
                      <a:pt x="419806" y="244148"/>
                    </a:moveTo>
                    <a:lnTo>
                      <a:pt x="209910" y="366214"/>
                    </a:lnTo>
                    <a:lnTo>
                      <a:pt x="0" y="488281"/>
                    </a:lnTo>
                    <a:lnTo>
                      <a:pt x="0" y="244148"/>
                    </a:lnTo>
                    <a:lnTo>
                      <a:pt x="0" y="0"/>
                    </a:lnTo>
                    <a:lnTo>
                      <a:pt x="209910" y="122082"/>
                    </a:lnTo>
                    <a:lnTo>
                      <a:pt x="419806" y="244148"/>
                    </a:ln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:a16="http://schemas.microsoft.com/office/drawing/2014/main" id="{1EFE39BE-5010-C39D-B415-B1AFB69E9079}"/>
                  </a:ext>
                </a:extLst>
              </p:cNvPr>
              <p:cNvSpPr/>
              <p:nvPr/>
            </p:nvSpPr>
            <p:spPr>
              <a:xfrm>
                <a:off x="3786965" y="3559393"/>
                <a:ext cx="1213444" cy="1213444"/>
              </a:xfrm>
              <a:custGeom>
                <a:avLst/>
                <a:gdLst>
                  <a:gd name="connsiteX0" fmla="*/ 606722 w 1213444"/>
                  <a:gd name="connsiteY0" fmla="*/ 0 h 1213444"/>
                  <a:gd name="connsiteX1" fmla="*/ 0 w 1213444"/>
                  <a:gd name="connsiteY1" fmla="*/ 606722 h 1213444"/>
                  <a:gd name="connsiteX2" fmla="*/ 606722 w 1213444"/>
                  <a:gd name="connsiteY2" fmla="*/ 1213444 h 1213444"/>
                  <a:gd name="connsiteX3" fmla="*/ 1213444 w 1213444"/>
                  <a:gd name="connsiteY3" fmla="*/ 606722 h 1213444"/>
                  <a:gd name="connsiteX4" fmla="*/ 606722 w 1213444"/>
                  <a:gd name="connsiteY4" fmla="*/ 0 h 1213444"/>
                  <a:gd name="connsiteX5" fmla="*/ 606722 w 1213444"/>
                  <a:gd name="connsiteY5" fmla="*/ 1094358 h 1213444"/>
                  <a:gd name="connsiteX6" fmla="*/ 119086 w 1213444"/>
                  <a:gd name="connsiteY6" fmla="*/ 606722 h 1213444"/>
                  <a:gd name="connsiteX7" fmla="*/ 606722 w 1213444"/>
                  <a:gd name="connsiteY7" fmla="*/ 119087 h 1213444"/>
                  <a:gd name="connsiteX8" fmla="*/ 1094358 w 1213444"/>
                  <a:gd name="connsiteY8" fmla="*/ 606722 h 1213444"/>
                  <a:gd name="connsiteX9" fmla="*/ 606722 w 1213444"/>
                  <a:gd name="connsiteY9" fmla="*/ 1094358 h 1213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13444" h="1213444">
                    <a:moveTo>
                      <a:pt x="606722" y="0"/>
                    </a:moveTo>
                    <a:cubicBezTo>
                      <a:pt x="271642" y="0"/>
                      <a:pt x="0" y="271627"/>
                      <a:pt x="0" y="606722"/>
                    </a:cubicBezTo>
                    <a:cubicBezTo>
                      <a:pt x="0" y="941817"/>
                      <a:pt x="271627" y="1213444"/>
                      <a:pt x="606722" y="1213444"/>
                    </a:cubicBezTo>
                    <a:cubicBezTo>
                      <a:pt x="941817" y="1213444"/>
                      <a:pt x="1213444" y="941817"/>
                      <a:pt x="1213444" y="606722"/>
                    </a:cubicBezTo>
                    <a:cubicBezTo>
                      <a:pt x="1213444" y="271627"/>
                      <a:pt x="941817" y="0"/>
                      <a:pt x="606722" y="0"/>
                    </a:cubicBezTo>
                    <a:close/>
                    <a:moveTo>
                      <a:pt x="606722" y="1094358"/>
                    </a:moveTo>
                    <a:cubicBezTo>
                      <a:pt x="337399" y="1094358"/>
                      <a:pt x="119086" y="876030"/>
                      <a:pt x="119086" y="606722"/>
                    </a:cubicBezTo>
                    <a:cubicBezTo>
                      <a:pt x="119086" y="337414"/>
                      <a:pt x="337414" y="119087"/>
                      <a:pt x="606722" y="119087"/>
                    </a:cubicBezTo>
                    <a:cubicBezTo>
                      <a:pt x="876030" y="119087"/>
                      <a:pt x="1094358" y="337414"/>
                      <a:pt x="1094358" y="606722"/>
                    </a:cubicBezTo>
                    <a:cubicBezTo>
                      <a:pt x="1094358" y="876030"/>
                      <a:pt x="876030" y="1094358"/>
                      <a:pt x="606722" y="1094358"/>
                    </a:cubicBezTo>
                    <a:close/>
                  </a:path>
                </a:pathLst>
              </a:custGeom>
              <a:solidFill>
                <a:srgbClr val="FFFFFF">
                  <a:alpha val="5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BE25631C-B436-3CDF-7A2A-777DBC8FFC7F}"/>
                </a:ext>
              </a:extLst>
            </p:cNvPr>
            <p:cNvGrpSpPr/>
            <p:nvPr/>
          </p:nvGrpSpPr>
          <p:grpSpPr>
            <a:xfrm>
              <a:off x="912084" y="5964402"/>
              <a:ext cx="8282389" cy="165888"/>
              <a:chOff x="912084" y="5964402"/>
              <a:chExt cx="8282389" cy="165888"/>
            </a:xfrm>
          </p:grpSpPr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3D11E406-899F-EBB4-2AF3-BB210A560A50}"/>
                  </a:ext>
                </a:extLst>
              </p:cNvPr>
              <p:cNvSpPr/>
              <p:nvPr/>
            </p:nvSpPr>
            <p:spPr>
              <a:xfrm>
                <a:off x="912084" y="5970101"/>
                <a:ext cx="128993" cy="152771"/>
              </a:xfrm>
              <a:custGeom>
                <a:avLst/>
                <a:gdLst>
                  <a:gd name="connsiteX0" fmla="*/ 128994 w 128993"/>
                  <a:gd name="connsiteY0" fmla="*/ 76386 h 152771"/>
                  <a:gd name="connsiteX1" fmla="*/ 64497 w 128993"/>
                  <a:gd name="connsiteY1" fmla="*/ 114571 h 152771"/>
                  <a:gd name="connsiteX2" fmla="*/ 0 w 128993"/>
                  <a:gd name="connsiteY2" fmla="*/ 152771 h 152771"/>
                  <a:gd name="connsiteX3" fmla="*/ 0 w 128993"/>
                  <a:gd name="connsiteY3" fmla="*/ 76386 h 152771"/>
                  <a:gd name="connsiteX4" fmla="*/ 0 w 128993"/>
                  <a:gd name="connsiteY4" fmla="*/ 0 h 152771"/>
                  <a:gd name="connsiteX5" fmla="*/ 64497 w 128993"/>
                  <a:gd name="connsiteY5" fmla="*/ 38201 h 152771"/>
                  <a:gd name="connsiteX6" fmla="*/ 128994 w 128993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8993" h="152771">
                    <a:moveTo>
                      <a:pt x="128994" y="76386"/>
                    </a:moveTo>
                    <a:lnTo>
                      <a:pt x="64497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4497" y="38201"/>
                    </a:lnTo>
                    <a:lnTo>
                      <a:pt x="12899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 dirty="0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1153FE47-3E3E-EA0F-7116-2E6EEA8C9D12}"/>
                  </a:ext>
                </a:extLst>
              </p:cNvPr>
              <p:cNvSpPr/>
              <p:nvPr/>
            </p:nvSpPr>
            <p:spPr>
              <a:xfrm>
                <a:off x="1326317" y="5970101"/>
                <a:ext cx="130944" cy="152771"/>
              </a:xfrm>
              <a:custGeom>
                <a:avLst/>
                <a:gdLst>
                  <a:gd name="connsiteX0" fmla="*/ 130944 w 130944"/>
                  <a:gd name="connsiteY0" fmla="*/ 76386 h 152771"/>
                  <a:gd name="connsiteX1" fmla="*/ 65480 w 130944"/>
                  <a:gd name="connsiteY1" fmla="*/ 114571 h 152771"/>
                  <a:gd name="connsiteX2" fmla="*/ 0 w 130944"/>
                  <a:gd name="connsiteY2" fmla="*/ 152771 h 152771"/>
                  <a:gd name="connsiteX3" fmla="*/ 0 w 130944"/>
                  <a:gd name="connsiteY3" fmla="*/ 76386 h 152771"/>
                  <a:gd name="connsiteX4" fmla="*/ 0 w 130944"/>
                  <a:gd name="connsiteY4" fmla="*/ 0 h 152771"/>
                  <a:gd name="connsiteX5" fmla="*/ 65480 w 130944"/>
                  <a:gd name="connsiteY5" fmla="*/ 38201 h 152771"/>
                  <a:gd name="connsiteX6" fmla="*/ 130944 w 130944"/>
                  <a:gd name="connsiteY6" fmla="*/ 76386 h 152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0944" h="152771">
                    <a:moveTo>
                      <a:pt x="130944" y="76386"/>
                    </a:moveTo>
                    <a:lnTo>
                      <a:pt x="65480" y="114571"/>
                    </a:lnTo>
                    <a:lnTo>
                      <a:pt x="0" y="152771"/>
                    </a:lnTo>
                    <a:lnTo>
                      <a:pt x="0" y="76386"/>
                    </a:lnTo>
                    <a:lnTo>
                      <a:pt x="0" y="0"/>
                    </a:lnTo>
                    <a:lnTo>
                      <a:pt x="65480" y="38201"/>
                    </a:lnTo>
                    <a:lnTo>
                      <a:pt x="130944" y="76386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0D05CE19-A948-B11A-E22E-BD06860C1CFB}"/>
                  </a:ext>
                </a:extLst>
              </p:cNvPr>
              <p:cNvSpPr/>
              <p:nvPr/>
            </p:nvSpPr>
            <p:spPr>
              <a:xfrm>
                <a:off x="1475310" y="5964402"/>
                <a:ext cx="27648" cy="165888"/>
              </a:xfrm>
              <a:custGeom>
                <a:avLst/>
                <a:gdLst>
                  <a:gd name="connsiteX0" fmla="*/ 0 w 27648"/>
                  <a:gd name="connsiteY0" fmla="*/ 0 h 165888"/>
                  <a:gd name="connsiteX1" fmla="*/ 27648 w 27648"/>
                  <a:gd name="connsiteY1" fmla="*/ 0 h 165888"/>
                  <a:gd name="connsiteX2" fmla="*/ 27648 w 27648"/>
                  <a:gd name="connsiteY2" fmla="*/ 165889 h 165888"/>
                  <a:gd name="connsiteX3" fmla="*/ 0 w 27648"/>
                  <a:gd name="connsiteY3" fmla="*/ 165889 h 16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7648" h="165888">
                    <a:moveTo>
                      <a:pt x="0" y="0"/>
                    </a:moveTo>
                    <a:lnTo>
                      <a:pt x="27648" y="0"/>
                    </a:lnTo>
                    <a:lnTo>
                      <a:pt x="27648" y="165889"/>
                    </a:lnTo>
                    <a:lnTo>
                      <a:pt x="0" y="165889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0C76B84F-157A-C856-0A4E-341D2B3D7D61}"/>
                  </a:ext>
                </a:extLst>
              </p:cNvPr>
              <p:cNvSpPr/>
              <p:nvPr/>
            </p:nvSpPr>
            <p:spPr>
              <a:xfrm>
                <a:off x="1709109" y="6021815"/>
                <a:ext cx="446977" cy="45719"/>
              </a:xfrm>
              <a:custGeom>
                <a:avLst/>
                <a:gdLst>
                  <a:gd name="connsiteX0" fmla="*/ 0 w 446977"/>
                  <a:gd name="connsiteY0" fmla="*/ 0 h 35328"/>
                  <a:gd name="connsiteX1" fmla="*/ 446978 w 446977"/>
                  <a:gd name="connsiteY1" fmla="*/ 0 h 35328"/>
                  <a:gd name="connsiteX2" fmla="*/ 446978 w 446977"/>
                  <a:gd name="connsiteY2" fmla="*/ 35328 h 35328"/>
                  <a:gd name="connsiteX3" fmla="*/ 0 w 446977"/>
                  <a:gd name="connsiteY3" fmla="*/ 35328 h 35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6977" h="35328">
                    <a:moveTo>
                      <a:pt x="0" y="0"/>
                    </a:moveTo>
                    <a:lnTo>
                      <a:pt x="446978" y="0"/>
                    </a:lnTo>
                    <a:lnTo>
                      <a:pt x="446978" y="35328"/>
                    </a:lnTo>
                    <a:lnTo>
                      <a:pt x="0" y="35328"/>
                    </a:ln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90" name="그룹 89">
                <a:extLst>
                  <a:ext uri="{FF2B5EF4-FFF2-40B4-BE49-F238E27FC236}">
                    <a16:creationId xmlns:a16="http://schemas.microsoft.com/office/drawing/2014/main" id="{D0AF9004-B8E3-38F2-1B8C-048B4B9C2A0B}"/>
                  </a:ext>
                </a:extLst>
              </p:cNvPr>
              <p:cNvGrpSpPr/>
              <p:nvPr/>
            </p:nvGrpSpPr>
            <p:grpSpPr>
              <a:xfrm>
                <a:off x="2156087" y="6021815"/>
                <a:ext cx="6043397" cy="45719"/>
                <a:chOff x="1875637" y="5980291"/>
                <a:chExt cx="3488267" cy="35328"/>
              </a:xfrm>
            </p:grpSpPr>
            <p:sp>
              <p:nvSpPr>
                <p:cNvPr id="29" name="자유형: 도형 28">
                  <a:extLst>
                    <a:ext uri="{FF2B5EF4-FFF2-40B4-BE49-F238E27FC236}">
                      <a16:creationId xmlns:a16="http://schemas.microsoft.com/office/drawing/2014/main" id="{C7A9F584-AF98-050E-B6FA-1515DDFD0050}"/>
                    </a:ext>
                  </a:extLst>
                </p:cNvPr>
                <p:cNvSpPr/>
                <p:nvPr/>
              </p:nvSpPr>
              <p:spPr>
                <a:xfrm>
                  <a:off x="1875637" y="5980291"/>
                  <a:ext cx="3012106" cy="35328"/>
                </a:xfrm>
                <a:custGeom>
                  <a:avLst/>
                  <a:gdLst>
                    <a:gd name="connsiteX0" fmla="*/ 0 w 3012106"/>
                    <a:gd name="connsiteY0" fmla="*/ 0 h 35328"/>
                    <a:gd name="connsiteX1" fmla="*/ 3012106 w 3012106"/>
                    <a:gd name="connsiteY1" fmla="*/ 0 h 35328"/>
                    <a:gd name="connsiteX2" fmla="*/ 3012106 w 3012106"/>
                    <a:gd name="connsiteY2" fmla="*/ 35328 h 35328"/>
                    <a:gd name="connsiteX3" fmla="*/ 0 w 3012106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012106" h="35328">
                      <a:moveTo>
                        <a:pt x="0" y="0"/>
                      </a:moveTo>
                      <a:lnTo>
                        <a:pt x="3012106" y="0"/>
                      </a:lnTo>
                      <a:lnTo>
                        <a:pt x="3012106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7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32" name="자유형: 도형 31">
                  <a:extLst>
                    <a:ext uri="{FF2B5EF4-FFF2-40B4-BE49-F238E27FC236}">
                      <a16:creationId xmlns:a16="http://schemas.microsoft.com/office/drawing/2014/main" id="{D750F111-1A77-70A6-ACBB-AD340CA930FE}"/>
                    </a:ext>
                  </a:extLst>
                </p:cNvPr>
                <p:cNvSpPr/>
                <p:nvPr/>
              </p:nvSpPr>
              <p:spPr>
                <a:xfrm>
                  <a:off x="4887743" y="5980291"/>
                  <a:ext cx="476161" cy="35328"/>
                </a:xfrm>
                <a:custGeom>
                  <a:avLst/>
                  <a:gdLst>
                    <a:gd name="connsiteX0" fmla="*/ 0 w 476161"/>
                    <a:gd name="connsiteY0" fmla="*/ 0 h 35328"/>
                    <a:gd name="connsiteX1" fmla="*/ 476162 w 476161"/>
                    <a:gd name="connsiteY1" fmla="*/ 0 h 35328"/>
                    <a:gd name="connsiteX2" fmla="*/ 476162 w 476161"/>
                    <a:gd name="connsiteY2" fmla="*/ 35328 h 35328"/>
                    <a:gd name="connsiteX3" fmla="*/ 0 w 476161"/>
                    <a:gd name="connsiteY3" fmla="*/ 35328 h 35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76161" h="35328">
                      <a:moveTo>
                        <a:pt x="0" y="0"/>
                      </a:moveTo>
                      <a:lnTo>
                        <a:pt x="476162" y="0"/>
                      </a:lnTo>
                      <a:lnTo>
                        <a:pt x="476162" y="35328"/>
                      </a:lnTo>
                      <a:lnTo>
                        <a:pt x="0" y="35328"/>
                      </a:lnTo>
                      <a:close/>
                    </a:path>
                  </a:pathLst>
                </a:custGeom>
                <a:solidFill>
                  <a:srgbClr val="FFFFFF">
                    <a:alpha val="30000"/>
                  </a:srgbClr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62" name="자유형: 도형 61">
                <a:extLst>
                  <a:ext uri="{FF2B5EF4-FFF2-40B4-BE49-F238E27FC236}">
                    <a16:creationId xmlns:a16="http://schemas.microsoft.com/office/drawing/2014/main" id="{505961D4-E04B-A933-7DA1-BD5BC5283652}"/>
                  </a:ext>
                </a:extLst>
              </p:cNvPr>
              <p:cNvSpPr/>
              <p:nvPr/>
            </p:nvSpPr>
            <p:spPr>
              <a:xfrm>
                <a:off x="2118270" y="6004984"/>
                <a:ext cx="79380" cy="79381"/>
              </a:xfrm>
              <a:custGeom>
                <a:avLst/>
                <a:gdLst>
                  <a:gd name="connsiteX0" fmla="*/ 79381 w 79380"/>
                  <a:gd name="connsiteY0" fmla="*/ 39691 h 79381"/>
                  <a:gd name="connsiteX1" fmla="*/ 39690 w 79380"/>
                  <a:gd name="connsiteY1" fmla="*/ 79381 h 79381"/>
                  <a:gd name="connsiteX2" fmla="*/ 0 w 79380"/>
                  <a:gd name="connsiteY2" fmla="*/ 39691 h 79381"/>
                  <a:gd name="connsiteX3" fmla="*/ 39690 w 79380"/>
                  <a:gd name="connsiteY3" fmla="*/ 0 h 79381"/>
                  <a:gd name="connsiteX4" fmla="*/ 79381 w 79380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0" h="79381">
                    <a:moveTo>
                      <a:pt x="79381" y="39691"/>
                    </a:moveTo>
                    <a:cubicBezTo>
                      <a:pt x="79381" y="61609"/>
                      <a:pt x="61609" y="79381"/>
                      <a:pt x="39690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0" y="0"/>
                    </a:cubicBezTo>
                    <a:cubicBezTo>
                      <a:pt x="61609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8" name="그래픽 18">
                <a:extLst>
                  <a:ext uri="{FF2B5EF4-FFF2-40B4-BE49-F238E27FC236}">
                    <a16:creationId xmlns:a16="http://schemas.microsoft.com/office/drawing/2014/main" id="{BF05BA35-6313-532D-3FC8-2A7D4892FED7}"/>
                  </a:ext>
                </a:extLst>
              </p:cNvPr>
              <p:cNvGrpSpPr/>
              <p:nvPr/>
            </p:nvGrpSpPr>
            <p:grpSpPr>
              <a:xfrm>
                <a:off x="8547047" y="5992327"/>
                <a:ext cx="647426" cy="101806"/>
                <a:chOff x="5477907" y="5945239"/>
                <a:chExt cx="647426" cy="101806"/>
              </a:xfrm>
              <a:solidFill>
                <a:srgbClr val="FFFFFF"/>
              </a:solidFill>
            </p:grpSpPr>
            <p:sp>
              <p:nvSpPr>
                <p:cNvPr id="79" name="자유형: 도형 78">
                  <a:extLst>
                    <a:ext uri="{FF2B5EF4-FFF2-40B4-BE49-F238E27FC236}">
                      <a16:creationId xmlns:a16="http://schemas.microsoft.com/office/drawing/2014/main" id="{0CE6A38B-96EE-222B-25E0-6CACA035E03F}"/>
                    </a:ext>
                  </a:extLst>
                </p:cNvPr>
                <p:cNvSpPr/>
                <p:nvPr/>
              </p:nvSpPr>
              <p:spPr>
                <a:xfrm>
                  <a:off x="5477907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6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:a16="http://schemas.microsoft.com/office/drawing/2014/main" id="{8C021E82-C812-6AF2-60C6-D72FAD945CB4}"/>
                    </a:ext>
                  </a:extLst>
                </p:cNvPr>
                <p:cNvSpPr/>
                <p:nvPr/>
              </p:nvSpPr>
              <p:spPr>
                <a:xfrm>
                  <a:off x="5552173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1" name="자유형: 도형 80">
                  <a:extLst>
                    <a:ext uri="{FF2B5EF4-FFF2-40B4-BE49-F238E27FC236}">
                      <a16:creationId xmlns:a16="http://schemas.microsoft.com/office/drawing/2014/main" id="{85E7CECF-CCBA-8475-F082-44280EE02975}"/>
                    </a:ext>
                  </a:extLst>
                </p:cNvPr>
                <p:cNvSpPr/>
                <p:nvPr/>
              </p:nvSpPr>
              <p:spPr>
                <a:xfrm>
                  <a:off x="5588560" y="5950169"/>
                  <a:ext cx="30474" cy="91269"/>
                </a:xfrm>
                <a:custGeom>
                  <a:avLst/>
                  <a:gdLst>
                    <a:gd name="connsiteX0" fmla="*/ 18524 w 30474"/>
                    <a:gd name="connsiteY0" fmla="*/ 11505 h 91269"/>
                    <a:gd name="connsiteX1" fmla="*/ 18248 w 30474"/>
                    <a:gd name="connsiteY1" fmla="*/ 11505 h 91269"/>
                    <a:gd name="connsiteX2" fmla="*/ 2381 w 30474"/>
                    <a:gd name="connsiteY2" fmla="*/ 20076 h 91269"/>
                    <a:gd name="connsiteX3" fmla="*/ 0 w 30474"/>
                    <a:gd name="connsiteY3" fmla="*/ 10676 h 91269"/>
                    <a:gd name="connsiteX4" fmla="*/ 19937 w 30474"/>
                    <a:gd name="connsiteY4" fmla="*/ 0 h 91269"/>
                    <a:gd name="connsiteX5" fmla="*/ 30474 w 30474"/>
                    <a:gd name="connsiteY5" fmla="*/ 0 h 91269"/>
                    <a:gd name="connsiteX6" fmla="*/ 30474 w 30474"/>
                    <a:gd name="connsiteY6" fmla="*/ 91270 h 91269"/>
                    <a:gd name="connsiteX7" fmla="*/ 18540 w 30474"/>
                    <a:gd name="connsiteY7" fmla="*/ 91270 h 91269"/>
                    <a:gd name="connsiteX8" fmla="*/ 18540 w 30474"/>
                    <a:gd name="connsiteY8" fmla="*/ 11520 h 912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474" h="91269">
                      <a:moveTo>
                        <a:pt x="18524" y="11505"/>
                      </a:moveTo>
                      <a:lnTo>
                        <a:pt x="18248" y="11505"/>
                      </a:lnTo>
                      <a:lnTo>
                        <a:pt x="2381" y="20076"/>
                      </a:lnTo>
                      <a:lnTo>
                        <a:pt x="0" y="10676"/>
                      </a:lnTo>
                      <a:lnTo>
                        <a:pt x="19937" y="0"/>
                      </a:lnTo>
                      <a:lnTo>
                        <a:pt x="30474" y="0"/>
                      </a:lnTo>
                      <a:lnTo>
                        <a:pt x="30474" y="91270"/>
                      </a:lnTo>
                      <a:lnTo>
                        <a:pt x="18540" y="91270"/>
                      </a:lnTo>
                      <a:lnTo>
                        <a:pt x="18540" y="1152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2" name="자유형: 도형 81">
                  <a:extLst>
                    <a:ext uri="{FF2B5EF4-FFF2-40B4-BE49-F238E27FC236}">
                      <a16:creationId xmlns:a16="http://schemas.microsoft.com/office/drawing/2014/main" id="{E73478F4-7F4F-AE31-209C-A8DCF092B7E9}"/>
                    </a:ext>
                  </a:extLst>
                </p:cNvPr>
                <p:cNvSpPr/>
                <p:nvPr/>
              </p:nvSpPr>
              <p:spPr>
                <a:xfrm>
                  <a:off x="5651030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7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7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3" name="자유형: 도형 82">
                  <a:extLst>
                    <a:ext uri="{FF2B5EF4-FFF2-40B4-BE49-F238E27FC236}">
                      <a16:creationId xmlns:a16="http://schemas.microsoft.com/office/drawing/2014/main" id="{4E5BAE43-B4F1-2428-DFC8-C082E5D4491E}"/>
                    </a:ext>
                  </a:extLst>
                </p:cNvPr>
                <p:cNvSpPr/>
                <p:nvPr/>
              </p:nvSpPr>
              <p:spPr>
                <a:xfrm>
                  <a:off x="5777397" y="5945239"/>
                  <a:ext cx="48722" cy="101806"/>
                </a:xfrm>
                <a:custGeom>
                  <a:avLst/>
                  <a:gdLst>
                    <a:gd name="connsiteX0" fmla="*/ 0 w 48722"/>
                    <a:gd name="connsiteY0" fmla="*/ 101806 h 101806"/>
                    <a:gd name="connsiteX1" fmla="*/ 39168 w 48722"/>
                    <a:gd name="connsiteY1" fmla="*/ 0 h 101806"/>
                    <a:gd name="connsiteX2" fmla="*/ 48722 w 48722"/>
                    <a:gd name="connsiteY2" fmla="*/ 0 h 101806"/>
                    <a:gd name="connsiteX3" fmla="*/ 9401 w 48722"/>
                    <a:gd name="connsiteY3" fmla="*/ 101806 h 101806"/>
                    <a:gd name="connsiteX4" fmla="*/ 0 w 48722"/>
                    <a:gd name="connsiteY4" fmla="*/ 101806 h 101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8722" h="101806">
                      <a:moveTo>
                        <a:pt x="0" y="101806"/>
                      </a:moveTo>
                      <a:lnTo>
                        <a:pt x="39168" y="0"/>
                      </a:lnTo>
                      <a:lnTo>
                        <a:pt x="48722" y="0"/>
                      </a:lnTo>
                      <a:lnTo>
                        <a:pt x="9401" y="101806"/>
                      </a:lnTo>
                      <a:lnTo>
                        <a:pt x="0" y="101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4" name="자유형: 도형 83">
                  <a:extLst>
                    <a:ext uri="{FF2B5EF4-FFF2-40B4-BE49-F238E27FC236}">
                      <a16:creationId xmlns:a16="http://schemas.microsoft.com/office/drawing/2014/main" id="{6CFEA4C4-F492-0879-CBCC-0B5928AE11C5}"/>
                    </a:ext>
                  </a:extLst>
                </p:cNvPr>
                <p:cNvSpPr/>
                <p:nvPr/>
              </p:nvSpPr>
              <p:spPr>
                <a:xfrm>
                  <a:off x="5891522" y="5948618"/>
                  <a:ext cx="58275" cy="92805"/>
                </a:xfrm>
                <a:custGeom>
                  <a:avLst/>
                  <a:gdLst>
                    <a:gd name="connsiteX0" fmla="*/ 15 w 58275"/>
                    <a:gd name="connsiteY0" fmla="*/ 92806 h 92805"/>
                    <a:gd name="connsiteX1" fmla="*/ 15 w 58275"/>
                    <a:gd name="connsiteY1" fmla="*/ 85218 h 92805"/>
                    <a:gd name="connsiteX2" fmla="*/ 9708 w 58275"/>
                    <a:gd name="connsiteY2" fmla="*/ 75817 h 92805"/>
                    <a:gd name="connsiteX3" fmla="*/ 43684 w 58275"/>
                    <a:gd name="connsiteY3" fmla="*/ 28078 h 92805"/>
                    <a:gd name="connsiteX4" fmla="*/ 25574 w 58275"/>
                    <a:gd name="connsiteY4" fmla="*/ 10245 h 92805"/>
                    <a:gd name="connsiteX5" fmla="*/ 6190 w 58275"/>
                    <a:gd name="connsiteY5" fmla="*/ 17972 h 92805"/>
                    <a:gd name="connsiteX6" fmla="*/ 2258 w 58275"/>
                    <a:gd name="connsiteY6" fmla="*/ 9262 h 92805"/>
                    <a:gd name="connsiteX7" fmla="*/ 28094 w 58275"/>
                    <a:gd name="connsiteY7" fmla="*/ 0 h 92805"/>
                    <a:gd name="connsiteX8" fmla="*/ 56033 w 58275"/>
                    <a:gd name="connsiteY8" fmla="*/ 26542 h 92805"/>
                    <a:gd name="connsiteX9" fmla="*/ 24576 w 58275"/>
                    <a:gd name="connsiteY9" fmla="*/ 75541 h 92805"/>
                    <a:gd name="connsiteX10" fmla="*/ 17280 w 58275"/>
                    <a:gd name="connsiteY10" fmla="*/ 82284 h 92805"/>
                    <a:gd name="connsiteX11" fmla="*/ 17280 w 58275"/>
                    <a:gd name="connsiteY11" fmla="*/ 82560 h 92805"/>
                    <a:gd name="connsiteX12" fmla="*/ 58276 w 58275"/>
                    <a:gd name="connsiteY12" fmla="*/ 82560 h 92805"/>
                    <a:gd name="connsiteX13" fmla="*/ 58276 w 58275"/>
                    <a:gd name="connsiteY13" fmla="*/ 92806 h 92805"/>
                    <a:gd name="connsiteX14" fmla="*/ 0 w 58275"/>
                    <a:gd name="connsiteY14" fmla="*/ 92806 h 92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8275" h="92805">
                      <a:moveTo>
                        <a:pt x="15" y="92806"/>
                      </a:moveTo>
                      <a:lnTo>
                        <a:pt x="15" y="85218"/>
                      </a:lnTo>
                      <a:lnTo>
                        <a:pt x="9708" y="75817"/>
                      </a:lnTo>
                      <a:cubicBezTo>
                        <a:pt x="33024" y="53638"/>
                        <a:pt x="43546" y="41841"/>
                        <a:pt x="43684" y="28078"/>
                      </a:cubicBezTo>
                      <a:cubicBezTo>
                        <a:pt x="43684" y="18816"/>
                        <a:pt x="39184" y="10245"/>
                        <a:pt x="25574" y="10245"/>
                      </a:cubicBezTo>
                      <a:cubicBezTo>
                        <a:pt x="17295" y="10245"/>
                        <a:pt x="10414" y="14454"/>
                        <a:pt x="6190" y="17972"/>
                      </a:cubicBezTo>
                      <a:lnTo>
                        <a:pt x="2258" y="9262"/>
                      </a:lnTo>
                      <a:cubicBezTo>
                        <a:pt x="8571" y="3932"/>
                        <a:pt x="17556" y="0"/>
                        <a:pt x="28094" y="0"/>
                      </a:cubicBezTo>
                      <a:cubicBezTo>
                        <a:pt x="47755" y="0"/>
                        <a:pt x="56033" y="13486"/>
                        <a:pt x="56033" y="26542"/>
                      </a:cubicBezTo>
                      <a:cubicBezTo>
                        <a:pt x="56033" y="43392"/>
                        <a:pt x="43822" y="57017"/>
                        <a:pt x="24576" y="75541"/>
                      </a:cubicBezTo>
                      <a:lnTo>
                        <a:pt x="17280" y="82284"/>
                      </a:lnTo>
                      <a:lnTo>
                        <a:pt x="17280" y="82560"/>
                      </a:lnTo>
                      <a:lnTo>
                        <a:pt x="58276" y="82560"/>
                      </a:lnTo>
                      <a:lnTo>
                        <a:pt x="58276" y="92806"/>
                      </a:lnTo>
                      <a:lnTo>
                        <a:pt x="0" y="9280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5" name="자유형: 도형 84">
                  <a:extLst>
                    <a:ext uri="{FF2B5EF4-FFF2-40B4-BE49-F238E27FC236}">
                      <a16:creationId xmlns:a16="http://schemas.microsoft.com/office/drawing/2014/main" id="{F1DF3DE4-2F9E-0C82-7D8C-54886FAA488B}"/>
                    </a:ext>
                  </a:extLst>
                </p:cNvPr>
                <p:cNvSpPr/>
                <p:nvPr/>
              </p:nvSpPr>
              <p:spPr>
                <a:xfrm>
                  <a:off x="5964559" y="5975852"/>
                  <a:ext cx="16696" cy="67123"/>
                </a:xfrm>
                <a:custGeom>
                  <a:avLst/>
                  <a:gdLst>
                    <a:gd name="connsiteX0" fmla="*/ 0 w 16696"/>
                    <a:gd name="connsiteY0" fmla="*/ 8847 h 67123"/>
                    <a:gd name="connsiteX1" fmla="*/ 8417 w 16696"/>
                    <a:gd name="connsiteY1" fmla="*/ 0 h 67123"/>
                    <a:gd name="connsiteX2" fmla="*/ 16696 w 16696"/>
                    <a:gd name="connsiteY2" fmla="*/ 8847 h 67123"/>
                    <a:gd name="connsiteX3" fmla="*/ 8279 w 16696"/>
                    <a:gd name="connsiteY3" fmla="*/ 17556 h 67123"/>
                    <a:gd name="connsiteX4" fmla="*/ 0 w 16696"/>
                    <a:gd name="connsiteY4" fmla="*/ 8847 h 67123"/>
                    <a:gd name="connsiteX5" fmla="*/ 0 w 16696"/>
                    <a:gd name="connsiteY5" fmla="*/ 58414 h 67123"/>
                    <a:gd name="connsiteX6" fmla="*/ 8417 w 16696"/>
                    <a:gd name="connsiteY6" fmla="*/ 49567 h 67123"/>
                    <a:gd name="connsiteX7" fmla="*/ 16696 w 16696"/>
                    <a:gd name="connsiteY7" fmla="*/ 58414 h 67123"/>
                    <a:gd name="connsiteX8" fmla="*/ 8279 w 16696"/>
                    <a:gd name="connsiteY8" fmla="*/ 67123 h 67123"/>
                    <a:gd name="connsiteX9" fmla="*/ 0 w 16696"/>
                    <a:gd name="connsiteY9" fmla="*/ 58414 h 67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6696" h="67123">
                      <a:moveTo>
                        <a:pt x="0" y="8847"/>
                      </a:moveTo>
                      <a:cubicBezTo>
                        <a:pt x="0" y="3656"/>
                        <a:pt x="3518" y="0"/>
                        <a:pt x="8417" y="0"/>
                      </a:cubicBezTo>
                      <a:cubicBezTo>
                        <a:pt x="13317" y="0"/>
                        <a:pt x="16558" y="3656"/>
                        <a:pt x="16696" y="8847"/>
                      </a:cubicBezTo>
                      <a:cubicBezTo>
                        <a:pt x="16696" y="13763"/>
                        <a:pt x="13471" y="17556"/>
                        <a:pt x="8279" y="17556"/>
                      </a:cubicBezTo>
                      <a:cubicBezTo>
                        <a:pt x="3364" y="17556"/>
                        <a:pt x="0" y="13763"/>
                        <a:pt x="0" y="8847"/>
                      </a:cubicBezTo>
                      <a:close/>
                      <a:moveTo>
                        <a:pt x="0" y="58414"/>
                      </a:moveTo>
                      <a:cubicBezTo>
                        <a:pt x="0" y="53222"/>
                        <a:pt x="3518" y="49567"/>
                        <a:pt x="8417" y="49567"/>
                      </a:cubicBezTo>
                      <a:cubicBezTo>
                        <a:pt x="13317" y="49567"/>
                        <a:pt x="16558" y="53222"/>
                        <a:pt x="16696" y="58414"/>
                      </a:cubicBezTo>
                      <a:cubicBezTo>
                        <a:pt x="16696" y="63329"/>
                        <a:pt x="13471" y="67123"/>
                        <a:pt x="8279" y="67123"/>
                      </a:cubicBezTo>
                      <a:cubicBezTo>
                        <a:pt x="3364" y="67123"/>
                        <a:pt x="0" y="63329"/>
                        <a:pt x="0" y="5841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6" name="자유형: 도형 85">
                  <a:extLst>
                    <a:ext uri="{FF2B5EF4-FFF2-40B4-BE49-F238E27FC236}">
                      <a16:creationId xmlns:a16="http://schemas.microsoft.com/office/drawing/2014/main" id="{4B0E4B0B-10C2-5F9A-1E36-C0BD83E510C8}"/>
                    </a:ext>
                  </a:extLst>
                </p:cNvPr>
                <p:cNvSpPr/>
                <p:nvPr/>
              </p:nvSpPr>
              <p:spPr>
                <a:xfrm>
                  <a:off x="5992207" y="5948618"/>
                  <a:ext cx="57016" cy="94372"/>
                </a:xfrm>
                <a:custGeom>
                  <a:avLst/>
                  <a:gdLst>
                    <a:gd name="connsiteX0" fmla="*/ 3379 w 57016"/>
                    <a:gd name="connsiteY0" fmla="*/ 78628 h 94372"/>
                    <a:gd name="connsiteX1" fmla="*/ 23593 w 57016"/>
                    <a:gd name="connsiteY1" fmla="*/ 84388 h 94372"/>
                    <a:gd name="connsiteX2" fmla="*/ 44237 w 57016"/>
                    <a:gd name="connsiteY2" fmla="*/ 66694 h 94372"/>
                    <a:gd name="connsiteX3" fmla="*/ 20644 w 57016"/>
                    <a:gd name="connsiteY3" fmla="*/ 48446 h 94372"/>
                    <a:gd name="connsiteX4" fmla="*/ 13763 w 57016"/>
                    <a:gd name="connsiteY4" fmla="*/ 48446 h 94372"/>
                    <a:gd name="connsiteX5" fmla="*/ 13763 w 57016"/>
                    <a:gd name="connsiteY5" fmla="*/ 39184 h 94372"/>
                    <a:gd name="connsiteX6" fmla="*/ 20644 w 57016"/>
                    <a:gd name="connsiteY6" fmla="*/ 39184 h 94372"/>
                    <a:gd name="connsiteX7" fmla="*/ 41011 w 57016"/>
                    <a:gd name="connsiteY7" fmla="*/ 23732 h 94372"/>
                    <a:gd name="connsiteX8" fmla="*/ 25006 w 57016"/>
                    <a:gd name="connsiteY8" fmla="*/ 9969 h 94372"/>
                    <a:gd name="connsiteX9" fmla="*/ 6758 w 57016"/>
                    <a:gd name="connsiteY9" fmla="*/ 16005 h 94372"/>
                    <a:gd name="connsiteX10" fmla="*/ 3533 w 57016"/>
                    <a:gd name="connsiteY10" fmla="*/ 7020 h 94372"/>
                    <a:gd name="connsiteX11" fmla="*/ 27402 w 57016"/>
                    <a:gd name="connsiteY11" fmla="*/ 0 h 94372"/>
                    <a:gd name="connsiteX12" fmla="*/ 53514 w 57016"/>
                    <a:gd name="connsiteY12" fmla="*/ 21765 h 94372"/>
                    <a:gd name="connsiteX13" fmla="*/ 36664 w 57016"/>
                    <a:gd name="connsiteY13" fmla="*/ 43254 h 94372"/>
                    <a:gd name="connsiteX14" fmla="*/ 36664 w 57016"/>
                    <a:gd name="connsiteY14" fmla="*/ 43531 h 94372"/>
                    <a:gd name="connsiteX15" fmla="*/ 57016 w 57016"/>
                    <a:gd name="connsiteY15" fmla="*/ 66985 h 94372"/>
                    <a:gd name="connsiteX16" fmla="*/ 23731 w 57016"/>
                    <a:gd name="connsiteY16" fmla="*/ 94372 h 94372"/>
                    <a:gd name="connsiteX17" fmla="*/ 0 w 57016"/>
                    <a:gd name="connsiteY17" fmla="*/ 88198 h 94372"/>
                    <a:gd name="connsiteX18" fmla="*/ 3364 w 57016"/>
                    <a:gd name="connsiteY18" fmla="*/ 78644 h 943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57016" h="94372">
                      <a:moveTo>
                        <a:pt x="3379" y="78628"/>
                      </a:moveTo>
                      <a:cubicBezTo>
                        <a:pt x="6897" y="80871"/>
                        <a:pt x="15038" y="84388"/>
                        <a:pt x="23593" y="84388"/>
                      </a:cubicBezTo>
                      <a:cubicBezTo>
                        <a:pt x="39460" y="84388"/>
                        <a:pt x="44375" y="74281"/>
                        <a:pt x="44237" y="66694"/>
                      </a:cubicBezTo>
                      <a:cubicBezTo>
                        <a:pt x="44099" y="53914"/>
                        <a:pt x="32579" y="48446"/>
                        <a:pt x="20644" y="48446"/>
                      </a:cubicBezTo>
                      <a:lnTo>
                        <a:pt x="13763" y="48446"/>
                      </a:lnTo>
                      <a:lnTo>
                        <a:pt x="13763" y="39184"/>
                      </a:lnTo>
                      <a:lnTo>
                        <a:pt x="20644" y="39184"/>
                      </a:lnTo>
                      <a:cubicBezTo>
                        <a:pt x="29630" y="39184"/>
                        <a:pt x="41011" y="34545"/>
                        <a:pt x="41011" y="23732"/>
                      </a:cubicBezTo>
                      <a:cubicBezTo>
                        <a:pt x="41011" y="16436"/>
                        <a:pt x="36372" y="9969"/>
                        <a:pt x="25006" y="9969"/>
                      </a:cubicBezTo>
                      <a:cubicBezTo>
                        <a:pt x="17710" y="9969"/>
                        <a:pt x="10691" y="13194"/>
                        <a:pt x="6758" y="16005"/>
                      </a:cubicBezTo>
                      <a:lnTo>
                        <a:pt x="3533" y="7020"/>
                      </a:lnTo>
                      <a:cubicBezTo>
                        <a:pt x="8310" y="3502"/>
                        <a:pt x="17572" y="0"/>
                        <a:pt x="27402" y="0"/>
                      </a:cubicBezTo>
                      <a:cubicBezTo>
                        <a:pt x="45374" y="0"/>
                        <a:pt x="53514" y="10676"/>
                        <a:pt x="53514" y="21765"/>
                      </a:cubicBezTo>
                      <a:cubicBezTo>
                        <a:pt x="53514" y="31166"/>
                        <a:pt x="47893" y="39168"/>
                        <a:pt x="36664" y="43254"/>
                      </a:cubicBezTo>
                      <a:lnTo>
                        <a:pt x="36664" y="43531"/>
                      </a:lnTo>
                      <a:cubicBezTo>
                        <a:pt x="47893" y="45773"/>
                        <a:pt x="57016" y="54206"/>
                        <a:pt x="57016" y="66985"/>
                      </a:cubicBezTo>
                      <a:cubicBezTo>
                        <a:pt x="57016" y="81593"/>
                        <a:pt x="45650" y="94372"/>
                        <a:pt x="23731" y="94372"/>
                      </a:cubicBezTo>
                      <a:cubicBezTo>
                        <a:pt x="13486" y="94372"/>
                        <a:pt x="4500" y="91147"/>
                        <a:pt x="0" y="88198"/>
                      </a:cubicBezTo>
                      <a:lnTo>
                        <a:pt x="3364" y="7864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87" name="자유형: 도형 86">
                  <a:extLst>
                    <a:ext uri="{FF2B5EF4-FFF2-40B4-BE49-F238E27FC236}">
                      <a16:creationId xmlns:a16="http://schemas.microsoft.com/office/drawing/2014/main" id="{F5184195-6967-CC0B-A9A5-0DDF296F1F0C}"/>
                    </a:ext>
                  </a:extLst>
                </p:cNvPr>
                <p:cNvSpPr/>
                <p:nvPr/>
              </p:nvSpPr>
              <p:spPr>
                <a:xfrm>
                  <a:off x="6063416" y="5948633"/>
                  <a:ext cx="61916" cy="94357"/>
                </a:xfrm>
                <a:custGeom>
                  <a:avLst/>
                  <a:gdLst>
                    <a:gd name="connsiteX0" fmla="*/ 61916 w 61916"/>
                    <a:gd name="connsiteY0" fmla="*/ 46188 h 94357"/>
                    <a:gd name="connsiteX1" fmla="*/ 30183 w 61916"/>
                    <a:gd name="connsiteY1" fmla="*/ 94357 h 94357"/>
                    <a:gd name="connsiteX2" fmla="*/ 0 w 61916"/>
                    <a:gd name="connsiteY2" fmla="*/ 47463 h 94357"/>
                    <a:gd name="connsiteX3" fmla="*/ 31734 w 61916"/>
                    <a:gd name="connsiteY3" fmla="*/ 0 h 94357"/>
                    <a:gd name="connsiteX4" fmla="*/ 61916 w 61916"/>
                    <a:gd name="connsiteY4" fmla="*/ 46203 h 94357"/>
                    <a:gd name="connsiteX5" fmla="*/ 12350 w 61916"/>
                    <a:gd name="connsiteY5" fmla="*/ 47586 h 94357"/>
                    <a:gd name="connsiteX6" fmla="*/ 30889 w 61916"/>
                    <a:gd name="connsiteY6" fmla="*/ 84788 h 94357"/>
                    <a:gd name="connsiteX7" fmla="*/ 49567 w 61916"/>
                    <a:gd name="connsiteY7" fmla="*/ 46741 h 94357"/>
                    <a:gd name="connsiteX8" fmla="*/ 31028 w 61916"/>
                    <a:gd name="connsiteY8" fmla="*/ 9539 h 94357"/>
                    <a:gd name="connsiteX9" fmla="*/ 12350 w 61916"/>
                    <a:gd name="connsiteY9" fmla="*/ 47586 h 94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61916" h="94357">
                      <a:moveTo>
                        <a:pt x="61916" y="46188"/>
                      </a:moveTo>
                      <a:cubicBezTo>
                        <a:pt x="61916" y="77215"/>
                        <a:pt x="50396" y="94357"/>
                        <a:pt x="30183" y="94357"/>
                      </a:cubicBezTo>
                      <a:cubicBezTo>
                        <a:pt x="12350" y="94357"/>
                        <a:pt x="277" y="77645"/>
                        <a:pt x="0" y="47463"/>
                      </a:cubicBezTo>
                      <a:cubicBezTo>
                        <a:pt x="0" y="16850"/>
                        <a:pt x="13194" y="0"/>
                        <a:pt x="31734" y="0"/>
                      </a:cubicBezTo>
                      <a:cubicBezTo>
                        <a:pt x="50273" y="0"/>
                        <a:pt x="61916" y="17127"/>
                        <a:pt x="61916" y="46203"/>
                      </a:cubicBezTo>
                      <a:close/>
                      <a:moveTo>
                        <a:pt x="12350" y="47586"/>
                      </a:moveTo>
                      <a:cubicBezTo>
                        <a:pt x="12350" y="71317"/>
                        <a:pt x="19646" y="84788"/>
                        <a:pt x="30889" y="84788"/>
                      </a:cubicBezTo>
                      <a:cubicBezTo>
                        <a:pt x="43531" y="84788"/>
                        <a:pt x="49567" y="70042"/>
                        <a:pt x="49567" y="46741"/>
                      </a:cubicBezTo>
                      <a:cubicBezTo>
                        <a:pt x="49567" y="23439"/>
                        <a:pt x="43807" y="9539"/>
                        <a:pt x="31028" y="9539"/>
                      </a:cubicBezTo>
                      <a:cubicBezTo>
                        <a:pt x="20214" y="9539"/>
                        <a:pt x="12350" y="22733"/>
                        <a:pt x="12350" y="4758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</p:grpSp>
        <p:grpSp>
          <p:nvGrpSpPr>
            <p:cNvPr id="96" name="그룹 95">
              <a:extLst>
                <a:ext uri="{FF2B5EF4-FFF2-40B4-BE49-F238E27FC236}">
                  <a16:creationId xmlns:a16="http://schemas.microsoft.com/office/drawing/2014/main" id="{11F4B78A-76DE-D60C-1B5B-96DBC37383B7}"/>
                </a:ext>
              </a:extLst>
            </p:cNvPr>
            <p:cNvGrpSpPr/>
            <p:nvPr/>
          </p:nvGrpSpPr>
          <p:grpSpPr>
            <a:xfrm>
              <a:off x="9831988" y="5947122"/>
              <a:ext cx="1632005" cy="197115"/>
              <a:chOff x="9548552" y="5947122"/>
              <a:chExt cx="1632005" cy="197115"/>
            </a:xfrm>
          </p:grpSpPr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6AD06429-EF1B-918D-89C5-C61CC1A8B729}"/>
                  </a:ext>
                </a:extLst>
              </p:cNvPr>
              <p:cNvSpPr/>
              <p:nvPr/>
            </p:nvSpPr>
            <p:spPr>
              <a:xfrm>
                <a:off x="9901434" y="6026211"/>
                <a:ext cx="491583" cy="36925"/>
              </a:xfrm>
              <a:custGeom>
                <a:avLst/>
                <a:gdLst>
                  <a:gd name="connsiteX0" fmla="*/ 474288 w 491583"/>
                  <a:gd name="connsiteY0" fmla="*/ 0 h 36925"/>
                  <a:gd name="connsiteX1" fmla="*/ 491583 w 491583"/>
                  <a:gd name="connsiteY1" fmla="*/ 17295 h 36925"/>
                  <a:gd name="connsiteX2" fmla="*/ 491583 w 491583"/>
                  <a:gd name="connsiteY2" fmla="*/ 19630 h 36925"/>
                  <a:gd name="connsiteX3" fmla="*/ 474288 w 491583"/>
                  <a:gd name="connsiteY3" fmla="*/ 36926 h 36925"/>
                  <a:gd name="connsiteX4" fmla="*/ 17295 w 491583"/>
                  <a:gd name="connsiteY4" fmla="*/ 36926 h 36925"/>
                  <a:gd name="connsiteX5" fmla="*/ 0 w 491583"/>
                  <a:gd name="connsiteY5" fmla="*/ 19630 h 36925"/>
                  <a:gd name="connsiteX6" fmla="*/ 0 w 491583"/>
                  <a:gd name="connsiteY6" fmla="*/ 17295 h 36925"/>
                  <a:gd name="connsiteX7" fmla="*/ 17295 w 491583"/>
                  <a:gd name="connsiteY7" fmla="*/ 0 h 36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91583" h="36925">
                    <a:moveTo>
                      <a:pt x="474288" y="0"/>
                    </a:moveTo>
                    <a:cubicBezTo>
                      <a:pt x="483840" y="0"/>
                      <a:pt x="491583" y="7743"/>
                      <a:pt x="491583" y="17295"/>
                    </a:cubicBezTo>
                    <a:lnTo>
                      <a:pt x="491583" y="19630"/>
                    </a:lnTo>
                    <a:cubicBezTo>
                      <a:pt x="491583" y="29182"/>
                      <a:pt x="483839" y="36926"/>
                      <a:pt x="474288" y="36926"/>
                    </a:cubicBezTo>
                    <a:lnTo>
                      <a:pt x="17295" y="36926"/>
                    </a:lnTo>
                    <a:cubicBezTo>
                      <a:pt x="7743" y="36926"/>
                      <a:pt x="0" y="29182"/>
                      <a:pt x="0" y="19630"/>
                    </a:cubicBezTo>
                    <a:lnTo>
                      <a:pt x="0" y="17295"/>
                    </a:lnTo>
                    <a:cubicBezTo>
                      <a:pt x="0" y="7743"/>
                      <a:pt x="7743" y="0"/>
                      <a:pt x="17295" y="0"/>
                    </a:cubicBezTo>
                    <a:close/>
                  </a:path>
                </a:pathLst>
              </a:custGeom>
              <a:solidFill>
                <a:srgbClr val="3378C8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27EF28AA-06EA-AB06-F448-4A725AA644A1}"/>
                  </a:ext>
                </a:extLst>
              </p:cNvPr>
              <p:cNvSpPr/>
              <p:nvPr/>
            </p:nvSpPr>
            <p:spPr>
              <a:xfrm>
                <a:off x="10339595" y="6025843"/>
                <a:ext cx="124447" cy="36864"/>
              </a:xfrm>
              <a:custGeom>
                <a:avLst/>
                <a:gdLst>
                  <a:gd name="connsiteX0" fmla="*/ 124416 w 124447"/>
                  <a:gd name="connsiteY0" fmla="*/ 19169 h 36864"/>
                  <a:gd name="connsiteX1" fmla="*/ 109594 w 124447"/>
                  <a:gd name="connsiteY1" fmla="*/ 36864 h 36864"/>
                  <a:gd name="connsiteX2" fmla="*/ 8678 w 124447"/>
                  <a:gd name="connsiteY2" fmla="*/ 36864 h 36864"/>
                  <a:gd name="connsiteX3" fmla="*/ 0 w 124447"/>
                  <a:gd name="connsiteY3" fmla="*/ 28186 h 36864"/>
                  <a:gd name="connsiteX4" fmla="*/ 0 w 124447"/>
                  <a:gd name="connsiteY4" fmla="*/ 8678 h 36864"/>
                  <a:gd name="connsiteX5" fmla="*/ 8678 w 124447"/>
                  <a:gd name="connsiteY5" fmla="*/ 0 h 36864"/>
                  <a:gd name="connsiteX6" fmla="*/ 109594 w 124447"/>
                  <a:gd name="connsiteY6" fmla="*/ 0 h 36864"/>
                  <a:gd name="connsiteX7" fmla="*/ 124447 w 124447"/>
                  <a:gd name="connsiteY7" fmla="*/ 19031 h 36864"/>
                  <a:gd name="connsiteX8" fmla="*/ 124401 w 124447"/>
                  <a:gd name="connsiteY8" fmla="*/ 19169 h 36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4447" h="36864">
                    <a:moveTo>
                      <a:pt x="124416" y="19169"/>
                    </a:moveTo>
                    <a:cubicBezTo>
                      <a:pt x="124416" y="23962"/>
                      <a:pt x="119901" y="36403"/>
                      <a:pt x="109594" y="36864"/>
                    </a:cubicBezTo>
                    <a:lnTo>
                      <a:pt x="8678" y="36864"/>
                    </a:lnTo>
                    <a:cubicBezTo>
                      <a:pt x="3886" y="36864"/>
                      <a:pt x="0" y="32978"/>
                      <a:pt x="0" y="28186"/>
                    </a:cubicBezTo>
                    <a:lnTo>
                      <a:pt x="0" y="8678"/>
                    </a:lnTo>
                    <a:cubicBezTo>
                      <a:pt x="0" y="3886"/>
                      <a:pt x="3886" y="0"/>
                      <a:pt x="8678" y="0"/>
                    </a:cubicBezTo>
                    <a:lnTo>
                      <a:pt x="109594" y="0"/>
                    </a:lnTo>
                    <a:cubicBezTo>
                      <a:pt x="121421" y="415"/>
                      <a:pt x="124447" y="14239"/>
                      <a:pt x="124447" y="19031"/>
                    </a:cubicBezTo>
                    <a:lnTo>
                      <a:pt x="124401" y="19169"/>
                    </a:lnTo>
                    <a:close/>
                  </a:path>
                </a:pathLst>
              </a:custGeom>
              <a:solidFill>
                <a:srgbClr val="FFFFFF">
                  <a:alpha val="30000"/>
                </a:srgbClr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4" name="자유형: 도형 63">
                <a:extLst>
                  <a:ext uri="{FF2B5EF4-FFF2-40B4-BE49-F238E27FC236}">
                    <a16:creationId xmlns:a16="http://schemas.microsoft.com/office/drawing/2014/main" id="{409B17FE-DC66-435B-0922-099F06B8D270}"/>
                  </a:ext>
                </a:extLst>
              </p:cNvPr>
              <p:cNvSpPr/>
              <p:nvPr/>
            </p:nvSpPr>
            <p:spPr>
              <a:xfrm>
                <a:off x="9548552" y="6016627"/>
                <a:ext cx="46080" cy="61440"/>
              </a:xfrm>
              <a:custGeom>
                <a:avLst/>
                <a:gdLst>
                  <a:gd name="connsiteX0" fmla="*/ 0 w 46080"/>
                  <a:gd name="connsiteY0" fmla="*/ 0 h 61440"/>
                  <a:gd name="connsiteX1" fmla="*/ 46080 w 46080"/>
                  <a:gd name="connsiteY1" fmla="*/ 0 h 61440"/>
                  <a:gd name="connsiteX2" fmla="*/ 46080 w 46080"/>
                  <a:gd name="connsiteY2" fmla="*/ 61440 h 61440"/>
                  <a:gd name="connsiteX3" fmla="*/ 0 w 46080"/>
                  <a:gd name="connsiteY3" fmla="*/ 61440 h 6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6080" h="61440">
                    <a:moveTo>
                      <a:pt x="0" y="0"/>
                    </a:moveTo>
                    <a:lnTo>
                      <a:pt x="46080" y="0"/>
                    </a:lnTo>
                    <a:lnTo>
                      <a:pt x="46080" y="61440"/>
                    </a:lnTo>
                    <a:lnTo>
                      <a:pt x="0" y="61440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9" name="자유형: 도형 68">
                <a:extLst>
                  <a:ext uri="{FF2B5EF4-FFF2-40B4-BE49-F238E27FC236}">
                    <a16:creationId xmlns:a16="http://schemas.microsoft.com/office/drawing/2014/main" id="{6A70AD7E-3044-FCBC-F188-CBA62002C069}"/>
                  </a:ext>
                </a:extLst>
              </p:cNvPr>
              <p:cNvSpPr/>
              <p:nvPr/>
            </p:nvSpPr>
            <p:spPr>
              <a:xfrm>
                <a:off x="9594632" y="5965293"/>
                <a:ext cx="46080" cy="164444"/>
              </a:xfrm>
              <a:custGeom>
                <a:avLst/>
                <a:gdLst>
                  <a:gd name="connsiteX0" fmla="*/ 46080 w 46080"/>
                  <a:gd name="connsiteY0" fmla="*/ 164444 h 164444"/>
                  <a:gd name="connsiteX1" fmla="*/ 0 w 46080"/>
                  <a:gd name="connsiteY1" fmla="*/ 113403 h 164444"/>
                  <a:gd name="connsiteX2" fmla="*/ 0 w 46080"/>
                  <a:gd name="connsiteY2" fmla="*/ 51026 h 164444"/>
                  <a:gd name="connsiteX3" fmla="*/ 46080 w 46080"/>
                  <a:gd name="connsiteY3" fmla="*/ 0 h 164444"/>
                  <a:gd name="connsiteX4" fmla="*/ 46080 w 46080"/>
                  <a:gd name="connsiteY4" fmla="*/ 164444 h 164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6080" h="164444">
                    <a:moveTo>
                      <a:pt x="46080" y="164444"/>
                    </a:moveTo>
                    <a:lnTo>
                      <a:pt x="0" y="113403"/>
                    </a:lnTo>
                    <a:lnTo>
                      <a:pt x="0" y="51026"/>
                    </a:lnTo>
                    <a:lnTo>
                      <a:pt x="46080" y="0"/>
                    </a:lnTo>
                    <a:lnTo>
                      <a:pt x="46080" y="164444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0" name="자유형: 도형 69">
                <a:extLst>
                  <a:ext uri="{FF2B5EF4-FFF2-40B4-BE49-F238E27FC236}">
                    <a16:creationId xmlns:a16="http://schemas.microsoft.com/office/drawing/2014/main" id="{1D73C4CA-FBBA-68CD-4135-02784D6B9CFC}"/>
                  </a:ext>
                </a:extLst>
              </p:cNvPr>
              <p:cNvSpPr/>
              <p:nvPr/>
            </p:nvSpPr>
            <p:spPr>
              <a:xfrm>
                <a:off x="9657609" y="5962774"/>
                <a:ext cx="70886" cy="168776"/>
              </a:xfrm>
              <a:custGeom>
                <a:avLst/>
                <a:gdLst>
                  <a:gd name="connsiteX0" fmla="*/ 0 w 70886"/>
                  <a:gd name="connsiteY0" fmla="*/ 0 h 168776"/>
                  <a:gd name="connsiteX1" fmla="*/ 0 w 70886"/>
                  <a:gd name="connsiteY1" fmla="*/ 20951 h 168776"/>
                  <a:gd name="connsiteX2" fmla="*/ 50320 w 70886"/>
                  <a:gd name="connsiteY2" fmla="*/ 84388 h 168776"/>
                  <a:gd name="connsiteX3" fmla="*/ 0 w 70886"/>
                  <a:gd name="connsiteY3" fmla="*/ 147825 h 168776"/>
                  <a:gd name="connsiteX4" fmla="*/ 0 w 70886"/>
                  <a:gd name="connsiteY4" fmla="*/ 168776 h 168776"/>
                  <a:gd name="connsiteX5" fmla="*/ 70886 w 70886"/>
                  <a:gd name="connsiteY5" fmla="*/ 84388 h 168776"/>
                  <a:gd name="connsiteX6" fmla="*/ 0 w 70886"/>
                  <a:gd name="connsiteY6" fmla="*/ 0 h 168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0886" h="168776">
                    <a:moveTo>
                      <a:pt x="0" y="0"/>
                    </a:moveTo>
                    <a:lnTo>
                      <a:pt x="0" y="20951"/>
                    </a:lnTo>
                    <a:cubicBezTo>
                      <a:pt x="29184" y="27694"/>
                      <a:pt x="50320" y="53499"/>
                      <a:pt x="50320" y="84388"/>
                    </a:cubicBezTo>
                    <a:cubicBezTo>
                      <a:pt x="50320" y="115277"/>
                      <a:pt x="29184" y="141082"/>
                      <a:pt x="0" y="147825"/>
                    </a:cubicBezTo>
                    <a:lnTo>
                      <a:pt x="0" y="168776"/>
                    </a:lnTo>
                    <a:cubicBezTo>
                      <a:pt x="39936" y="161711"/>
                      <a:pt x="70886" y="126659"/>
                      <a:pt x="70886" y="84388"/>
                    </a:cubicBezTo>
                    <a:cubicBezTo>
                      <a:pt x="70886" y="42118"/>
                      <a:pt x="39936" y="7066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71" name="그래픽 18">
                <a:extLst>
                  <a:ext uri="{FF2B5EF4-FFF2-40B4-BE49-F238E27FC236}">
                    <a16:creationId xmlns:a16="http://schemas.microsoft.com/office/drawing/2014/main" id="{340A4EA6-6A47-D08D-6C14-F1CC3865FD2C}"/>
                  </a:ext>
                </a:extLst>
              </p:cNvPr>
              <p:cNvGrpSpPr/>
              <p:nvPr/>
            </p:nvGrpSpPr>
            <p:grpSpPr>
              <a:xfrm>
                <a:off x="9605031" y="6006289"/>
                <a:ext cx="81285" cy="76784"/>
                <a:chOff x="6314338" y="5959201"/>
                <a:chExt cx="81285" cy="76784"/>
              </a:xfrm>
              <a:solidFill>
                <a:srgbClr val="FFFFFF"/>
              </a:solidFill>
            </p:grpSpPr>
            <p:sp>
              <p:nvSpPr>
                <p:cNvPr id="72" name="자유형: 도형 71">
                  <a:extLst>
                    <a:ext uri="{FF2B5EF4-FFF2-40B4-BE49-F238E27FC236}">
                      <a16:creationId xmlns:a16="http://schemas.microsoft.com/office/drawing/2014/main" id="{26E3BAD8-1171-3615-BA1F-FE544C1A5E89}"/>
                    </a:ext>
                  </a:extLst>
                </p:cNvPr>
                <p:cNvSpPr/>
                <p:nvPr/>
              </p:nvSpPr>
              <p:spPr>
                <a:xfrm>
                  <a:off x="6366916" y="5959201"/>
                  <a:ext cx="28707" cy="76784"/>
                </a:xfrm>
                <a:custGeom>
                  <a:avLst/>
                  <a:gdLst>
                    <a:gd name="connsiteX0" fmla="*/ 0 w 28707"/>
                    <a:gd name="connsiteY0" fmla="*/ 0 h 76784"/>
                    <a:gd name="connsiteX1" fmla="*/ 0 w 28707"/>
                    <a:gd name="connsiteY1" fmla="*/ 76785 h 76784"/>
                    <a:gd name="connsiteX2" fmla="*/ 28708 w 28707"/>
                    <a:gd name="connsiteY2" fmla="*/ 38385 h 76784"/>
                    <a:gd name="connsiteX3" fmla="*/ 0 w 28707"/>
                    <a:gd name="connsiteY3" fmla="*/ 0 h 767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707" h="76784">
                      <a:moveTo>
                        <a:pt x="0" y="0"/>
                      </a:moveTo>
                      <a:lnTo>
                        <a:pt x="0" y="76785"/>
                      </a:lnTo>
                      <a:cubicBezTo>
                        <a:pt x="16896" y="71900"/>
                        <a:pt x="28708" y="56571"/>
                        <a:pt x="28708" y="38385"/>
                      </a:cubicBezTo>
                      <a:cubicBezTo>
                        <a:pt x="28708" y="20198"/>
                        <a:pt x="16896" y="4884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73" name="자유형: 도형 72">
                  <a:extLst>
                    <a:ext uri="{FF2B5EF4-FFF2-40B4-BE49-F238E27FC236}">
                      <a16:creationId xmlns:a16="http://schemas.microsoft.com/office/drawing/2014/main" id="{60C27F5B-D310-6270-1087-FFA96BAD2938}"/>
                    </a:ext>
                  </a:extLst>
                </p:cNvPr>
                <p:cNvSpPr/>
                <p:nvPr/>
              </p:nvSpPr>
              <p:spPr>
                <a:xfrm>
                  <a:off x="6314338" y="5992533"/>
                  <a:ext cx="353" cy="10122"/>
                </a:xfrm>
                <a:custGeom>
                  <a:avLst/>
                  <a:gdLst>
                    <a:gd name="connsiteX0" fmla="*/ 353 w 353"/>
                    <a:gd name="connsiteY0" fmla="*/ 0 h 10122"/>
                    <a:gd name="connsiteX1" fmla="*/ 0 w 353"/>
                    <a:gd name="connsiteY1" fmla="*/ 5054 h 10122"/>
                    <a:gd name="connsiteX2" fmla="*/ 353 w 353"/>
                    <a:gd name="connsiteY2" fmla="*/ 10122 h 10122"/>
                    <a:gd name="connsiteX3" fmla="*/ 353 w 353"/>
                    <a:gd name="connsiteY3" fmla="*/ 0 h 10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53" h="10122">
                      <a:moveTo>
                        <a:pt x="353" y="0"/>
                      </a:moveTo>
                      <a:cubicBezTo>
                        <a:pt x="353" y="1659"/>
                        <a:pt x="0" y="3348"/>
                        <a:pt x="0" y="5054"/>
                      </a:cubicBezTo>
                      <a:cubicBezTo>
                        <a:pt x="0" y="6759"/>
                        <a:pt x="353" y="8448"/>
                        <a:pt x="353" y="10122"/>
                      </a:cubicBezTo>
                      <a:lnTo>
                        <a:pt x="353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53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74" name="자유형: 도형 73">
                <a:extLst>
                  <a:ext uri="{FF2B5EF4-FFF2-40B4-BE49-F238E27FC236}">
                    <a16:creationId xmlns:a16="http://schemas.microsoft.com/office/drawing/2014/main" id="{FF51C350-BF60-B688-D8F0-0FD2551166AE}"/>
                  </a:ext>
                </a:extLst>
              </p:cNvPr>
              <p:cNvSpPr/>
              <p:nvPr/>
            </p:nvSpPr>
            <p:spPr>
              <a:xfrm>
                <a:off x="10734164" y="5955417"/>
                <a:ext cx="91177" cy="89963"/>
              </a:xfrm>
              <a:custGeom>
                <a:avLst/>
                <a:gdLst>
                  <a:gd name="connsiteX0" fmla="*/ 91178 w 91177"/>
                  <a:gd name="connsiteY0" fmla="*/ 88843 h 89963"/>
                  <a:gd name="connsiteX1" fmla="*/ 64220 w 91177"/>
                  <a:gd name="connsiteY1" fmla="*/ 61901 h 89963"/>
                  <a:gd name="connsiteX2" fmla="*/ 36158 w 91177"/>
                  <a:gd name="connsiteY2" fmla="*/ 89964 h 89963"/>
                  <a:gd name="connsiteX3" fmla="*/ 0 w 91177"/>
                  <a:gd name="connsiteY3" fmla="*/ 53806 h 89963"/>
                  <a:gd name="connsiteX4" fmla="*/ 28109 w 91177"/>
                  <a:gd name="connsiteY4" fmla="*/ 25790 h 89963"/>
                  <a:gd name="connsiteX5" fmla="*/ 2320 w 91177"/>
                  <a:gd name="connsiteY5" fmla="*/ 0 h 89963"/>
                  <a:gd name="connsiteX6" fmla="*/ 44375 w 91177"/>
                  <a:gd name="connsiteY6" fmla="*/ 2366 h 89963"/>
                  <a:gd name="connsiteX7" fmla="*/ 86431 w 91177"/>
                  <a:gd name="connsiteY7" fmla="*/ 4808 h 89963"/>
                  <a:gd name="connsiteX8" fmla="*/ 88843 w 91177"/>
                  <a:gd name="connsiteY8" fmla="*/ 46833 h 89963"/>
                  <a:gd name="connsiteX9" fmla="*/ 91178 w 91177"/>
                  <a:gd name="connsiteY9" fmla="*/ 88843 h 89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1177" h="89963">
                    <a:moveTo>
                      <a:pt x="91178" y="88843"/>
                    </a:moveTo>
                    <a:lnTo>
                      <a:pt x="64220" y="61901"/>
                    </a:lnTo>
                    <a:lnTo>
                      <a:pt x="36158" y="89964"/>
                    </a:lnTo>
                    <a:lnTo>
                      <a:pt x="0" y="53806"/>
                    </a:lnTo>
                    <a:lnTo>
                      <a:pt x="28109" y="25790"/>
                    </a:lnTo>
                    <a:lnTo>
                      <a:pt x="2320" y="0"/>
                    </a:lnTo>
                    <a:lnTo>
                      <a:pt x="44375" y="2366"/>
                    </a:lnTo>
                    <a:lnTo>
                      <a:pt x="86431" y="4808"/>
                    </a:lnTo>
                    <a:lnTo>
                      <a:pt x="88843" y="46833"/>
                    </a:lnTo>
                    <a:lnTo>
                      <a:pt x="91178" y="8884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5" name="자유형: 도형 74">
                <a:extLst>
                  <a:ext uri="{FF2B5EF4-FFF2-40B4-BE49-F238E27FC236}">
                    <a16:creationId xmlns:a16="http://schemas.microsoft.com/office/drawing/2014/main" id="{D722FE24-DD4A-1A11-0851-58521E46F42B}"/>
                  </a:ext>
                </a:extLst>
              </p:cNvPr>
              <p:cNvSpPr/>
              <p:nvPr/>
            </p:nvSpPr>
            <p:spPr>
              <a:xfrm>
                <a:off x="10652279" y="6037286"/>
                <a:ext cx="89979" cy="91423"/>
              </a:xfrm>
              <a:custGeom>
                <a:avLst/>
                <a:gdLst>
                  <a:gd name="connsiteX0" fmla="*/ 88612 w 89979"/>
                  <a:gd name="connsiteY0" fmla="*/ 91423 h 91423"/>
                  <a:gd name="connsiteX1" fmla="*/ 46433 w 89979"/>
                  <a:gd name="connsiteY1" fmla="*/ 89257 h 91423"/>
                  <a:gd name="connsiteX2" fmla="*/ 4378 w 89979"/>
                  <a:gd name="connsiteY2" fmla="*/ 86892 h 91423"/>
                  <a:gd name="connsiteX3" fmla="*/ 2166 w 89979"/>
                  <a:gd name="connsiteY3" fmla="*/ 44575 h 91423"/>
                  <a:gd name="connsiteX4" fmla="*/ 0 w 89979"/>
                  <a:gd name="connsiteY4" fmla="*/ 2335 h 91423"/>
                  <a:gd name="connsiteX5" fmla="*/ 25790 w 89979"/>
                  <a:gd name="connsiteY5" fmla="*/ 28109 h 91423"/>
                  <a:gd name="connsiteX6" fmla="*/ 53807 w 89979"/>
                  <a:gd name="connsiteY6" fmla="*/ 0 h 91423"/>
                  <a:gd name="connsiteX7" fmla="*/ 89979 w 89979"/>
                  <a:gd name="connsiteY7" fmla="*/ 36158 h 91423"/>
                  <a:gd name="connsiteX8" fmla="*/ 61916 w 89979"/>
                  <a:gd name="connsiteY8" fmla="*/ 64236 h 91423"/>
                  <a:gd name="connsiteX9" fmla="*/ 88612 w 89979"/>
                  <a:gd name="connsiteY9" fmla="*/ 91423 h 91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979" h="91423">
                    <a:moveTo>
                      <a:pt x="88612" y="91423"/>
                    </a:moveTo>
                    <a:lnTo>
                      <a:pt x="46433" y="89257"/>
                    </a:lnTo>
                    <a:lnTo>
                      <a:pt x="4378" y="86892"/>
                    </a:lnTo>
                    <a:lnTo>
                      <a:pt x="2166" y="44575"/>
                    </a:lnTo>
                    <a:lnTo>
                      <a:pt x="0" y="2335"/>
                    </a:lnTo>
                    <a:lnTo>
                      <a:pt x="25790" y="28109"/>
                    </a:lnTo>
                    <a:lnTo>
                      <a:pt x="53807" y="0"/>
                    </a:lnTo>
                    <a:lnTo>
                      <a:pt x="89979" y="36158"/>
                    </a:lnTo>
                    <a:lnTo>
                      <a:pt x="61916" y="64236"/>
                    </a:lnTo>
                    <a:lnTo>
                      <a:pt x="88612" y="91423"/>
                    </a:ln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:a16="http://schemas.microsoft.com/office/drawing/2014/main" id="{239C775B-952D-DB50-C18F-5C0BDE14C831}"/>
                  </a:ext>
                </a:extLst>
              </p:cNvPr>
              <p:cNvSpPr/>
              <p:nvPr/>
            </p:nvSpPr>
            <p:spPr>
              <a:xfrm>
                <a:off x="10983473" y="5947122"/>
                <a:ext cx="197084" cy="197115"/>
              </a:xfrm>
              <a:custGeom>
                <a:avLst/>
                <a:gdLst>
                  <a:gd name="connsiteX0" fmla="*/ 193598 w 197084"/>
                  <a:gd name="connsiteY0" fmla="*/ 134554 h 197115"/>
                  <a:gd name="connsiteX1" fmla="*/ 192907 w 197084"/>
                  <a:gd name="connsiteY1" fmla="*/ 134170 h 197115"/>
                  <a:gd name="connsiteX2" fmla="*/ 180327 w 197084"/>
                  <a:gd name="connsiteY2" fmla="*/ 108933 h 197115"/>
                  <a:gd name="connsiteX3" fmla="*/ 179636 w 197084"/>
                  <a:gd name="connsiteY3" fmla="*/ 109640 h 197115"/>
                  <a:gd name="connsiteX4" fmla="*/ 179866 w 197084"/>
                  <a:gd name="connsiteY4" fmla="*/ 100255 h 197115"/>
                  <a:gd name="connsiteX5" fmla="*/ 179928 w 197084"/>
                  <a:gd name="connsiteY5" fmla="*/ 100286 h 197115"/>
                  <a:gd name="connsiteX6" fmla="*/ 197085 w 197084"/>
                  <a:gd name="connsiteY6" fmla="*/ 74957 h 197115"/>
                  <a:gd name="connsiteX7" fmla="*/ 197054 w 197084"/>
                  <a:gd name="connsiteY7" fmla="*/ 74957 h 197115"/>
                  <a:gd name="connsiteX8" fmla="*/ 190372 w 197084"/>
                  <a:gd name="connsiteY8" fmla="*/ 56049 h 197115"/>
                  <a:gd name="connsiteX9" fmla="*/ 190249 w 197084"/>
                  <a:gd name="connsiteY9" fmla="*/ 56294 h 197115"/>
                  <a:gd name="connsiteX10" fmla="*/ 164076 w 197084"/>
                  <a:gd name="connsiteY10" fmla="*/ 47509 h 197115"/>
                  <a:gd name="connsiteX11" fmla="*/ 157134 w 197084"/>
                  <a:gd name="connsiteY11" fmla="*/ 39537 h 197115"/>
                  <a:gd name="connsiteX12" fmla="*/ 152648 w 197084"/>
                  <a:gd name="connsiteY12" fmla="*/ 12211 h 197115"/>
                  <a:gd name="connsiteX13" fmla="*/ 152863 w 197084"/>
                  <a:gd name="connsiteY13" fmla="*/ 11735 h 197115"/>
                  <a:gd name="connsiteX14" fmla="*/ 134538 w 197084"/>
                  <a:gd name="connsiteY14" fmla="*/ 2458 h 197115"/>
                  <a:gd name="connsiteX15" fmla="*/ 134262 w 197084"/>
                  <a:gd name="connsiteY15" fmla="*/ 2949 h 197115"/>
                  <a:gd name="connsiteX16" fmla="*/ 109824 w 197084"/>
                  <a:gd name="connsiteY16" fmla="*/ 15222 h 197115"/>
                  <a:gd name="connsiteX17" fmla="*/ 99195 w 197084"/>
                  <a:gd name="connsiteY17" fmla="*/ 14945 h 197115"/>
                  <a:gd name="connsiteX18" fmla="*/ 78060 w 197084"/>
                  <a:gd name="connsiteY18" fmla="*/ 0 h 197115"/>
                  <a:gd name="connsiteX19" fmla="*/ 78030 w 197084"/>
                  <a:gd name="connsiteY19" fmla="*/ 77 h 197115"/>
                  <a:gd name="connsiteX20" fmla="*/ 57508 w 197084"/>
                  <a:gd name="connsiteY20" fmla="*/ 4255 h 197115"/>
                  <a:gd name="connsiteX21" fmla="*/ 57446 w 197084"/>
                  <a:gd name="connsiteY21" fmla="*/ 4239 h 197115"/>
                  <a:gd name="connsiteX22" fmla="*/ 48369 w 197084"/>
                  <a:gd name="connsiteY22" fmla="*/ 30643 h 197115"/>
                  <a:gd name="connsiteX23" fmla="*/ 39675 w 197084"/>
                  <a:gd name="connsiteY23" fmla="*/ 38354 h 197115"/>
                  <a:gd name="connsiteX24" fmla="*/ 13931 w 197084"/>
                  <a:gd name="connsiteY24" fmla="*/ 43638 h 197115"/>
                  <a:gd name="connsiteX25" fmla="*/ 14777 w 197084"/>
                  <a:gd name="connsiteY25" fmla="*/ 44314 h 197115"/>
                  <a:gd name="connsiteX26" fmla="*/ 5499 w 197084"/>
                  <a:gd name="connsiteY26" fmla="*/ 62623 h 197115"/>
                  <a:gd name="connsiteX27" fmla="*/ 4547 w 197084"/>
                  <a:gd name="connsiteY27" fmla="*/ 62177 h 197115"/>
                  <a:gd name="connsiteX28" fmla="*/ 16266 w 197084"/>
                  <a:gd name="connsiteY28" fmla="*/ 86815 h 197115"/>
                  <a:gd name="connsiteX29" fmla="*/ 15683 w 197084"/>
                  <a:gd name="connsiteY29" fmla="*/ 96215 h 197115"/>
                  <a:gd name="connsiteX30" fmla="*/ 0 w 197084"/>
                  <a:gd name="connsiteY30" fmla="*/ 118042 h 197115"/>
                  <a:gd name="connsiteX31" fmla="*/ 47 w 197084"/>
                  <a:gd name="connsiteY31" fmla="*/ 118073 h 197115"/>
                  <a:gd name="connsiteX32" fmla="*/ 7281 w 197084"/>
                  <a:gd name="connsiteY32" fmla="*/ 139700 h 197115"/>
                  <a:gd name="connsiteX33" fmla="*/ 7281 w 197084"/>
                  <a:gd name="connsiteY33" fmla="*/ 139746 h 197115"/>
                  <a:gd name="connsiteX34" fmla="*/ 32917 w 197084"/>
                  <a:gd name="connsiteY34" fmla="*/ 148424 h 197115"/>
                  <a:gd name="connsiteX35" fmla="*/ 32579 w 197084"/>
                  <a:gd name="connsiteY35" fmla="*/ 147902 h 197115"/>
                  <a:gd name="connsiteX36" fmla="*/ 38999 w 197084"/>
                  <a:gd name="connsiteY36" fmla="*/ 155428 h 197115"/>
                  <a:gd name="connsiteX37" fmla="*/ 38661 w 197084"/>
                  <a:gd name="connsiteY37" fmla="*/ 155367 h 197115"/>
                  <a:gd name="connsiteX38" fmla="*/ 43945 w 197084"/>
                  <a:gd name="connsiteY38" fmla="*/ 182063 h 197115"/>
                  <a:gd name="connsiteX39" fmla="*/ 44314 w 197084"/>
                  <a:gd name="connsiteY39" fmla="*/ 181295 h 197115"/>
                  <a:gd name="connsiteX40" fmla="*/ 62623 w 197084"/>
                  <a:gd name="connsiteY40" fmla="*/ 190557 h 197115"/>
                  <a:gd name="connsiteX41" fmla="*/ 62255 w 197084"/>
                  <a:gd name="connsiteY41" fmla="*/ 191340 h 197115"/>
                  <a:gd name="connsiteX42" fmla="*/ 87138 w 197084"/>
                  <a:gd name="connsiteY42" fmla="*/ 179467 h 197115"/>
                  <a:gd name="connsiteX43" fmla="*/ 86631 w 197084"/>
                  <a:gd name="connsiteY43" fmla="*/ 179159 h 197115"/>
                  <a:gd name="connsiteX44" fmla="*/ 97060 w 197084"/>
                  <a:gd name="connsiteY44" fmla="*/ 180020 h 197115"/>
                  <a:gd name="connsiteX45" fmla="*/ 97429 w 197084"/>
                  <a:gd name="connsiteY45" fmla="*/ 180788 h 197115"/>
                  <a:gd name="connsiteX46" fmla="*/ 121114 w 197084"/>
                  <a:gd name="connsiteY46" fmla="*/ 197116 h 197115"/>
                  <a:gd name="connsiteX47" fmla="*/ 121114 w 197084"/>
                  <a:gd name="connsiteY47" fmla="*/ 197100 h 197115"/>
                  <a:gd name="connsiteX48" fmla="*/ 139854 w 197084"/>
                  <a:gd name="connsiteY48" fmla="*/ 190326 h 197115"/>
                  <a:gd name="connsiteX49" fmla="*/ 139500 w 197084"/>
                  <a:gd name="connsiteY49" fmla="*/ 190158 h 197115"/>
                  <a:gd name="connsiteX50" fmla="*/ 148363 w 197084"/>
                  <a:gd name="connsiteY50" fmla="*/ 163677 h 197115"/>
                  <a:gd name="connsiteX51" fmla="*/ 147672 w 197084"/>
                  <a:gd name="connsiteY51" fmla="*/ 163585 h 197115"/>
                  <a:gd name="connsiteX52" fmla="*/ 155536 w 197084"/>
                  <a:gd name="connsiteY52" fmla="*/ 156796 h 197115"/>
                  <a:gd name="connsiteX53" fmla="*/ 155490 w 197084"/>
                  <a:gd name="connsiteY53" fmla="*/ 157195 h 197115"/>
                  <a:gd name="connsiteX54" fmla="*/ 183645 w 197084"/>
                  <a:gd name="connsiteY54" fmla="*/ 152602 h 197115"/>
                  <a:gd name="connsiteX55" fmla="*/ 184336 w 197084"/>
                  <a:gd name="connsiteY55" fmla="*/ 152925 h 197115"/>
                  <a:gd name="connsiteX56" fmla="*/ 193614 w 197084"/>
                  <a:gd name="connsiteY56" fmla="*/ 134600 h 197115"/>
                  <a:gd name="connsiteX57" fmla="*/ 75049 w 197084"/>
                  <a:gd name="connsiteY57" fmla="*/ 142372 h 197115"/>
                  <a:gd name="connsiteX58" fmla="*/ 52838 w 197084"/>
                  <a:gd name="connsiteY58" fmla="*/ 74542 h 197115"/>
                  <a:gd name="connsiteX59" fmla="*/ 120669 w 197084"/>
                  <a:gd name="connsiteY59" fmla="*/ 52332 h 197115"/>
                  <a:gd name="connsiteX60" fmla="*/ 142879 w 197084"/>
                  <a:gd name="connsiteY60" fmla="*/ 120177 h 197115"/>
                  <a:gd name="connsiteX61" fmla="*/ 75065 w 197084"/>
                  <a:gd name="connsiteY61" fmla="*/ 142372 h 19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7084" h="197115">
                    <a:moveTo>
                      <a:pt x="193598" y="134554"/>
                    </a:moveTo>
                    <a:cubicBezTo>
                      <a:pt x="193598" y="134554"/>
                      <a:pt x="192907" y="134186"/>
                      <a:pt x="192907" y="134170"/>
                    </a:cubicBezTo>
                    <a:cubicBezTo>
                      <a:pt x="187684" y="126674"/>
                      <a:pt x="183184" y="118073"/>
                      <a:pt x="180327" y="108933"/>
                    </a:cubicBezTo>
                    <a:cubicBezTo>
                      <a:pt x="180265" y="108995"/>
                      <a:pt x="179698" y="109579"/>
                      <a:pt x="179636" y="109640"/>
                    </a:cubicBezTo>
                    <a:cubicBezTo>
                      <a:pt x="180097" y="106338"/>
                      <a:pt x="181126" y="100900"/>
                      <a:pt x="179866" y="100255"/>
                    </a:cubicBezTo>
                    <a:cubicBezTo>
                      <a:pt x="179866" y="100255"/>
                      <a:pt x="179912" y="100270"/>
                      <a:pt x="179928" y="100286"/>
                    </a:cubicBezTo>
                    <a:cubicBezTo>
                      <a:pt x="185304" y="89411"/>
                      <a:pt x="189251" y="84588"/>
                      <a:pt x="197085" y="74957"/>
                    </a:cubicBezTo>
                    <a:cubicBezTo>
                      <a:pt x="197085" y="74957"/>
                      <a:pt x="197054" y="74957"/>
                      <a:pt x="197054" y="74957"/>
                    </a:cubicBezTo>
                    <a:lnTo>
                      <a:pt x="190372" y="56049"/>
                    </a:lnTo>
                    <a:cubicBezTo>
                      <a:pt x="190372" y="56049"/>
                      <a:pt x="190249" y="56310"/>
                      <a:pt x="190249" y="56294"/>
                    </a:cubicBezTo>
                    <a:cubicBezTo>
                      <a:pt x="181356" y="54713"/>
                      <a:pt x="172478" y="51886"/>
                      <a:pt x="164076" y="47509"/>
                    </a:cubicBezTo>
                    <a:cubicBezTo>
                      <a:pt x="161972" y="44698"/>
                      <a:pt x="159637" y="42086"/>
                      <a:pt x="157134" y="39537"/>
                    </a:cubicBezTo>
                    <a:cubicBezTo>
                      <a:pt x="154169" y="30689"/>
                      <a:pt x="152863" y="21151"/>
                      <a:pt x="152648" y="12211"/>
                    </a:cubicBezTo>
                    <a:lnTo>
                      <a:pt x="152863" y="11735"/>
                    </a:lnTo>
                    <a:lnTo>
                      <a:pt x="134538" y="2458"/>
                    </a:lnTo>
                    <a:cubicBezTo>
                      <a:pt x="134538" y="2458"/>
                      <a:pt x="134277" y="2949"/>
                      <a:pt x="134262" y="2949"/>
                    </a:cubicBezTo>
                    <a:cubicBezTo>
                      <a:pt x="126966" y="8033"/>
                      <a:pt x="118672" y="12365"/>
                      <a:pt x="109824" y="15222"/>
                    </a:cubicBezTo>
                    <a:cubicBezTo>
                      <a:pt x="106031" y="14669"/>
                      <a:pt x="103005" y="14961"/>
                      <a:pt x="99195" y="14945"/>
                    </a:cubicBezTo>
                    <a:cubicBezTo>
                      <a:pt x="90993" y="10798"/>
                      <a:pt x="82330" y="5023"/>
                      <a:pt x="78060" y="0"/>
                    </a:cubicBezTo>
                    <a:cubicBezTo>
                      <a:pt x="78060" y="0"/>
                      <a:pt x="78030" y="77"/>
                      <a:pt x="78030" y="77"/>
                    </a:cubicBezTo>
                    <a:lnTo>
                      <a:pt x="57508" y="4255"/>
                    </a:lnTo>
                    <a:cubicBezTo>
                      <a:pt x="57508" y="4255"/>
                      <a:pt x="57462" y="4255"/>
                      <a:pt x="57446" y="4239"/>
                    </a:cubicBezTo>
                    <a:cubicBezTo>
                      <a:pt x="54251" y="16220"/>
                      <a:pt x="52639" y="22364"/>
                      <a:pt x="48369" y="30643"/>
                    </a:cubicBezTo>
                    <a:cubicBezTo>
                      <a:pt x="45404" y="32886"/>
                      <a:pt x="42363" y="35697"/>
                      <a:pt x="39675" y="38354"/>
                    </a:cubicBezTo>
                    <a:cubicBezTo>
                      <a:pt x="30905" y="41257"/>
                      <a:pt x="22763" y="43438"/>
                      <a:pt x="13931" y="43638"/>
                    </a:cubicBezTo>
                    <a:cubicBezTo>
                      <a:pt x="13931" y="43638"/>
                      <a:pt x="14777" y="44314"/>
                      <a:pt x="14777" y="44314"/>
                    </a:cubicBezTo>
                    <a:lnTo>
                      <a:pt x="5499" y="62623"/>
                    </a:lnTo>
                    <a:cubicBezTo>
                      <a:pt x="5499" y="62623"/>
                      <a:pt x="4562" y="62162"/>
                      <a:pt x="4547" y="62177"/>
                    </a:cubicBezTo>
                    <a:cubicBezTo>
                      <a:pt x="9738" y="69627"/>
                      <a:pt x="13409" y="77753"/>
                      <a:pt x="16266" y="86815"/>
                    </a:cubicBezTo>
                    <a:cubicBezTo>
                      <a:pt x="15821" y="90210"/>
                      <a:pt x="15698" y="92836"/>
                      <a:pt x="15683" y="96215"/>
                    </a:cubicBezTo>
                    <a:cubicBezTo>
                      <a:pt x="11505" y="104709"/>
                      <a:pt x="5084" y="113803"/>
                      <a:pt x="0" y="118042"/>
                    </a:cubicBezTo>
                    <a:cubicBezTo>
                      <a:pt x="0" y="118042"/>
                      <a:pt x="47" y="118058"/>
                      <a:pt x="47" y="118073"/>
                    </a:cubicBezTo>
                    <a:lnTo>
                      <a:pt x="7281" y="139700"/>
                    </a:lnTo>
                    <a:cubicBezTo>
                      <a:pt x="7281" y="139700"/>
                      <a:pt x="7281" y="139746"/>
                      <a:pt x="7281" y="139746"/>
                    </a:cubicBezTo>
                    <a:cubicBezTo>
                      <a:pt x="13886" y="140130"/>
                      <a:pt x="24422" y="143970"/>
                      <a:pt x="32917" y="148424"/>
                    </a:cubicBezTo>
                    <a:cubicBezTo>
                      <a:pt x="32917" y="148317"/>
                      <a:pt x="32564" y="148010"/>
                      <a:pt x="32579" y="147902"/>
                    </a:cubicBezTo>
                    <a:cubicBezTo>
                      <a:pt x="34607" y="150559"/>
                      <a:pt x="36618" y="153002"/>
                      <a:pt x="38999" y="155428"/>
                    </a:cubicBezTo>
                    <a:cubicBezTo>
                      <a:pt x="38907" y="155428"/>
                      <a:pt x="38753" y="155367"/>
                      <a:pt x="38661" y="155367"/>
                    </a:cubicBezTo>
                    <a:cubicBezTo>
                      <a:pt x="41764" y="164429"/>
                      <a:pt x="43715" y="172924"/>
                      <a:pt x="43945" y="182063"/>
                    </a:cubicBezTo>
                    <a:cubicBezTo>
                      <a:pt x="43945" y="182063"/>
                      <a:pt x="44298" y="181279"/>
                      <a:pt x="44314" y="181295"/>
                    </a:cubicBezTo>
                    <a:lnTo>
                      <a:pt x="62623" y="190557"/>
                    </a:lnTo>
                    <a:cubicBezTo>
                      <a:pt x="62623" y="190557"/>
                      <a:pt x="62255" y="191325"/>
                      <a:pt x="62255" y="191340"/>
                    </a:cubicBezTo>
                    <a:cubicBezTo>
                      <a:pt x="69750" y="186102"/>
                      <a:pt x="77999" y="182324"/>
                      <a:pt x="87138" y="179467"/>
                    </a:cubicBezTo>
                    <a:cubicBezTo>
                      <a:pt x="87000" y="179298"/>
                      <a:pt x="86784" y="179329"/>
                      <a:pt x="86631" y="179159"/>
                    </a:cubicBezTo>
                    <a:cubicBezTo>
                      <a:pt x="90117" y="179636"/>
                      <a:pt x="93573" y="179989"/>
                      <a:pt x="97060" y="180020"/>
                    </a:cubicBezTo>
                    <a:cubicBezTo>
                      <a:pt x="96937" y="180127"/>
                      <a:pt x="97552" y="180665"/>
                      <a:pt x="97429" y="180788"/>
                    </a:cubicBezTo>
                    <a:cubicBezTo>
                      <a:pt x="106015" y="184996"/>
                      <a:pt x="111483" y="189267"/>
                      <a:pt x="121114" y="197116"/>
                    </a:cubicBezTo>
                    <a:cubicBezTo>
                      <a:pt x="121114" y="197116"/>
                      <a:pt x="121114" y="197100"/>
                      <a:pt x="121114" y="197100"/>
                    </a:cubicBezTo>
                    <a:lnTo>
                      <a:pt x="139854" y="190326"/>
                    </a:lnTo>
                    <a:cubicBezTo>
                      <a:pt x="139854" y="190326"/>
                      <a:pt x="139500" y="190173"/>
                      <a:pt x="139500" y="190158"/>
                    </a:cubicBezTo>
                    <a:cubicBezTo>
                      <a:pt x="141113" y="181156"/>
                      <a:pt x="143939" y="172171"/>
                      <a:pt x="148363" y="163677"/>
                    </a:cubicBezTo>
                    <a:cubicBezTo>
                      <a:pt x="148179" y="163677"/>
                      <a:pt x="147871" y="163600"/>
                      <a:pt x="147672" y="163585"/>
                    </a:cubicBezTo>
                    <a:cubicBezTo>
                      <a:pt x="150436" y="161511"/>
                      <a:pt x="153032" y="159222"/>
                      <a:pt x="155536" y="156796"/>
                    </a:cubicBezTo>
                    <a:cubicBezTo>
                      <a:pt x="155536" y="156934"/>
                      <a:pt x="155490" y="157041"/>
                      <a:pt x="155490" y="157195"/>
                    </a:cubicBezTo>
                    <a:cubicBezTo>
                      <a:pt x="164521" y="154092"/>
                      <a:pt x="174505" y="152817"/>
                      <a:pt x="183645" y="152602"/>
                    </a:cubicBezTo>
                    <a:cubicBezTo>
                      <a:pt x="183645" y="152602"/>
                      <a:pt x="184336" y="152925"/>
                      <a:pt x="184336" y="152925"/>
                    </a:cubicBezTo>
                    <a:lnTo>
                      <a:pt x="193614" y="134600"/>
                    </a:lnTo>
                    <a:close/>
                    <a:moveTo>
                      <a:pt x="75049" y="142372"/>
                    </a:moveTo>
                    <a:cubicBezTo>
                      <a:pt x="50181" y="129777"/>
                      <a:pt x="40244" y="99410"/>
                      <a:pt x="52838" y="74542"/>
                    </a:cubicBezTo>
                    <a:cubicBezTo>
                      <a:pt x="65434" y="49675"/>
                      <a:pt x="95816" y="39737"/>
                      <a:pt x="120669" y="52332"/>
                    </a:cubicBezTo>
                    <a:cubicBezTo>
                      <a:pt x="145536" y="64927"/>
                      <a:pt x="155459" y="95294"/>
                      <a:pt x="142879" y="120177"/>
                    </a:cubicBezTo>
                    <a:cubicBezTo>
                      <a:pt x="130284" y="145029"/>
                      <a:pt x="99918" y="154967"/>
                      <a:pt x="75065" y="14237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8" name="자유형: 도형 87">
                <a:extLst>
                  <a:ext uri="{FF2B5EF4-FFF2-40B4-BE49-F238E27FC236}">
                    <a16:creationId xmlns:a16="http://schemas.microsoft.com/office/drawing/2014/main" id="{BC651BD1-CEAD-B780-2376-2D7707D8DF10}"/>
                  </a:ext>
                </a:extLst>
              </p:cNvPr>
              <p:cNvSpPr/>
              <p:nvPr/>
            </p:nvSpPr>
            <p:spPr>
              <a:xfrm>
                <a:off x="10328121" y="6004984"/>
                <a:ext cx="79381" cy="79381"/>
              </a:xfrm>
              <a:custGeom>
                <a:avLst/>
                <a:gdLst>
                  <a:gd name="connsiteX0" fmla="*/ 79381 w 79381"/>
                  <a:gd name="connsiteY0" fmla="*/ 39691 h 79381"/>
                  <a:gd name="connsiteX1" fmla="*/ 39691 w 79381"/>
                  <a:gd name="connsiteY1" fmla="*/ 79381 h 79381"/>
                  <a:gd name="connsiteX2" fmla="*/ 0 w 79381"/>
                  <a:gd name="connsiteY2" fmla="*/ 39691 h 79381"/>
                  <a:gd name="connsiteX3" fmla="*/ 39691 w 79381"/>
                  <a:gd name="connsiteY3" fmla="*/ 0 h 79381"/>
                  <a:gd name="connsiteX4" fmla="*/ 79381 w 79381"/>
                  <a:gd name="connsiteY4" fmla="*/ 39691 h 7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9381" h="79381">
                    <a:moveTo>
                      <a:pt x="79381" y="39691"/>
                    </a:moveTo>
                    <a:cubicBezTo>
                      <a:pt x="79381" y="61609"/>
                      <a:pt x="61610" y="79381"/>
                      <a:pt x="39691" y="79381"/>
                    </a:cubicBezTo>
                    <a:cubicBezTo>
                      <a:pt x="17772" y="79381"/>
                      <a:pt x="0" y="61609"/>
                      <a:pt x="0" y="39691"/>
                    </a:cubicBezTo>
                    <a:cubicBezTo>
                      <a:pt x="0" y="17772"/>
                      <a:pt x="17772" y="0"/>
                      <a:pt x="39691" y="0"/>
                    </a:cubicBezTo>
                    <a:cubicBezTo>
                      <a:pt x="61610" y="0"/>
                      <a:pt x="79381" y="17772"/>
                      <a:pt x="79381" y="39691"/>
                    </a:cubicBezTo>
                    <a:close/>
                  </a:path>
                </a:pathLst>
              </a:custGeom>
              <a:solidFill>
                <a:srgbClr val="FFFFFF"/>
              </a:solidFill>
              <a:ln w="153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4DB48F3C-3BCF-D43D-84DB-CE2CA8820C34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0" name="_x278651016" descr="EMB0000378c3f3d">
              <a:extLst>
                <a:ext uri="{FF2B5EF4-FFF2-40B4-BE49-F238E27FC236}">
                  <a16:creationId xmlns:a16="http://schemas.microsoft.com/office/drawing/2014/main" id="{5E070F99-D12E-BEB5-DFD7-9F9657E21A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그래픽 23">
              <a:extLst>
                <a:ext uri="{FF2B5EF4-FFF2-40B4-BE49-F238E27FC236}">
                  <a16:creationId xmlns:a16="http://schemas.microsoft.com/office/drawing/2014/main" id="{E88FF396-1557-AD97-37DA-46620B4D31D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00444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그래픽 60">
            <a:extLst>
              <a:ext uri="{FF2B5EF4-FFF2-40B4-BE49-F238E27FC236}">
                <a16:creationId xmlns:a16="http://schemas.microsoft.com/office/drawing/2014/main" id="{625593F1-7D9F-57DB-9FA7-6FB4706169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6" name="그래픽 55">
            <a:extLst>
              <a:ext uri="{FF2B5EF4-FFF2-40B4-BE49-F238E27FC236}">
                <a16:creationId xmlns:a16="http://schemas.microsoft.com/office/drawing/2014/main" id="{6D81A8B2-BC62-48C9-5FB0-18C5E633AE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" r="2096" b="22185"/>
          <a:stretch/>
        </p:blipFill>
        <p:spPr>
          <a:xfrm rot="16200000">
            <a:off x="10645617" y="3135340"/>
            <a:ext cx="2550875" cy="54189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BD4C7F95-5077-208A-7860-7A398744B57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5760" r="51763"/>
          <a:stretch/>
        </p:blipFill>
        <p:spPr>
          <a:xfrm rot="10800000">
            <a:off x="-2" y="5284239"/>
            <a:ext cx="1369421" cy="1573760"/>
          </a:xfrm>
          <a:prstGeom prst="rect">
            <a:avLst/>
          </a:prstGeom>
        </p:spPr>
      </p:pic>
      <p:sp>
        <p:nvSpPr>
          <p:cNvPr id="39" name="사각형: 둥근 한쪽 모서리 38">
            <a:extLst>
              <a:ext uri="{FF2B5EF4-FFF2-40B4-BE49-F238E27FC236}">
                <a16:creationId xmlns:a16="http://schemas.microsoft.com/office/drawing/2014/main" id="{5EADE06A-9DBC-11A8-5DF5-38CF63ECD050}"/>
              </a:ext>
            </a:extLst>
          </p:cNvPr>
          <p:cNvSpPr/>
          <p:nvPr/>
        </p:nvSpPr>
        <p:spPr>
          <a:xfrm flipH="1" flipV="1">
            <a:off x="174170" y="70719"/>
            <a:ext cx="12017829" cy="1221051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B7C90AA-2C31-5C36-C37E-E6E813231056}"/>
              </a:ext>
            </a:extLst>
          </p:cNvPr>
          <p:cNvGrpSpPr/>
          <p:nvPr/>
        </p:nvGrpSpPr>
        <p:grpSpPr>
          <a:xfrm>
            <a:off x="376102" y="333243"/>
            <a:ext cx="5948498" cy="830997"/>
            <a:chOff x="376102" y="333243"/>
            <a:chExt cx="5948498" cy="830997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B4124F-4D0D-30C0-E721-EE580D127CC8}"/>
                </a:ext>
              </a:extLst>
            </p:cNvPr>
            <p:cNvSpPr txBox="1"/>
            <p:nvPr/>
          </p:nvSpPr>
          <p:spPr>
            <a:xfrm>
              <a:off x="1461721" y="366114"/>
              <a:ext cx="2252213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>
                      <a:alpha val="50000"/>
                    </a:srgb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K-Digital Training</a:t>
              </a:r>
              <a:endParaRPr lang="ko-KR" altLang="en-US" sz="12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>
                    <a:alpha val="50000"/>
                  </a:srgb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C8DE4B1-0C6D-133C-80D8-F6968CBF60AC}"/>
                </a:ext>
              </a:extLst>
            </p:cNvPr>
            <p:cNvSpPr txBox="1"/>
            <p:nvPr/>
          </p:nvSpPr>
          <p:spPr>
            <a:xfrm>
              <a:off x="1461721" y="585057"/>
              <a:ext cx="486287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8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자체 평가 의견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0E94AA3-A994-6AB2-870F-88DA16811E4D}"/>
                </a:ext>
              </a:extLst>
            </p:cNvPr>
            <p:cNvSpPr txBox="1"/>
            <p:nvPr/>
          </p:nvSpPr>
          <p:spPr>
            <a:xfrm>
              <a:off x="376102" y="333243"/>
              <a:ext cx="1266679" cy="830997"/>
            </a:xfrm>
            <a:prstGeom prst="rect">
              <a:avLst/>
            </a:prstGeom>
            <a:noFill/>
          </p:spPr>
          <p:txBody>
            <a:bodyPr wrap="square" tIns="0" bIns="0">
              <a:spAutoFit/>
            </a:bodyPr>
            <a:lstStyle/>
            <a:p>
              <a:pPr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5400" dirty="0">
                  <a:ln>
                    <a:solidFill>
                      <a:schemeClr val="accent1">
                        <a:shade val="15000"/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05</a:t>
              </a:r>
              <a:endParaRPr lang="ko-KR" altLang="en-US" sz="4400" b="1" dirty="0">
                <a:ln>
                  <a:solidFill>
                    <a:schemeClr val="accent1">
                      <a:shade val="15000"/>
                      <a:alpha val="0"/>
                    </a:schemeClr>
                  </a:solidFill>
                </a:ln>
                <a:solidFill>
                  <a:srgbClr val="3378C8"/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pic>
        <p:nvPicPr>
          <p:cNvPr id="35" name="그림 34">
            <a:extLst>
              <a:ext uri="{FF2B5EF4-FFF2-40B4-BE49-F238E27FC236}">
                <a16:creationId xmlns:a16="http://schemas.microsoft.com/office/drawing/2014/main" id="{753AFFF3-DFFD-86BD-A0E4-365D0D959218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duotone>
              <a:schemeClr val="accent5">
                <a:shade val="45000"/>
                <a:satMod val="135000"/>
              </a:schemeClr>
              <a:prstClr val="white"/>
            </a:duotone>
            <a:alphaModFix amt="27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V="1">
            <a:off x="0" y="2130850"/>
            <a:ext cx="12192000" cy="233580"/>
          </a:xfrm>
          <a:prstGeom prst="rect">
            <a:avLst/>
          </a:prstGeom>
        </p:spPr>
      </p:pic>
      <p:sp>
        <p:nvSpPr>
          <p:cNvPr id="45" name="그래픽 43">
            <a:extLst>
              <a:ext uri="{FF2B5EF4-FFF2-40B4-BE49-F238E27FC236}">
                <a16:creationId xmlns:a16="http://schemas.microsoft.com/office/drawing/2014/main" id="{512AEB8B-AA28-FDBA-00E7-D5D95C2F683D}"/>
              </a:ext>
            </a:extLst>
          </p:cNvPr>
          <p:cNvSpPr/>
          <p:nvPr/>
        </p:nvSpPr>
        <p:spPr>
          <a:xfrm>
            <a:off x="541891" y="1539006"/>
            <a:ext cx="101147" cy="113869"/>
          </a:xfrm>
          <a:custGeom>
            <a:avLst/>
            <a:gdLst>
              <a:gd name="connsiteX0" fmla="*/ 428021 w 450214"/>
              <a:gd name="connsiteY0" fmla="*/ 214932 h 506845"/>
              <a:gd name="connsiteX1" fmla="*/ 66705 w 450214"/>
              <a:gd name="connsiteY1" fmla="*/ 6045 h 506845"/>
              <a:gd name="connsiteX2" fmla="*/ 0 w 450214"/>
              <a:gd name="connsiteY2" fmla="*/ 44511 h 506845"/>
              <a:gd name="connsiteX3" fmla="*/ 0 w 450214"/>
              <a:gd name="connsiteY3" fmla="*/ 462326 h 506845"/>
              <a:gd name="connsiteX4" fmla="*/ 66705 w 450214"/>
              <a:gd name="connsiteY4" fmla="*/ 500812 h 506845"/>
              <a:gd name="connsiteX5" fmla="*/ 428021 w 450214"/>
              <a:gd name="connsiteY5" fmla="*/ 291905 h 506845"/>
              <a:gd name="connsiteX6" fmla="*/ 428021 w 450214"/>
              <a:gd name="connsiteY6" fmla="*/ 214932 h 50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 cap="flat">
            <a:noFill/>
            <a:prstDash val="solid"/>
            <a:miter/>
          </a:ln>
          <a:effectLst>
            <a:outerShdw blurRad="50800" dist="38100" dir="5400000" algn="t" rotWithShape="0">
              <a:srgbClr val="3378C8">
                <a:alpha val="40000"/>
              </a:srgbClr>
            </a:outerShdw>
          </a:effectLst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C2358E-3B03-27B5-CA0C-4BF0B1CDFADB}"/>
              </a:ext>
            </a:extLst>
          </p:cNvPr>
          <p:cNvSpPr txBox="1"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FFD85C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7E27BB-6406-EC3A-3BF4-56C8615BDA14}"/>
              </a:ext>
            </a:extLst>
          </p:cNvPr>
          <p:cNvSpPr txBox="1"/>
          <p:nvPr/>
        </p:nvSpPr>
        <p:spPr>
          <a:xfrm>
            <a:off x="0" y="0"/>
            <a:ext cx="1336675" cy="114300"/>
          </a:xfrm>
          <a:prstGeom prst="rect">
            <a:avLst/>
          </a:prstGeom>
          <a:solidFill>
            <a:srgbClr val="3378C8"/>
          </a:solidFill>
          <a:effectLst/>
        </p:spPr>
        <p:txBody>
          <a:bodyPr wrap="square" rtlCol="0" anchor="ctr">
            <a:noAutofit/>
          </a:bodyPr>
          <a:lstStyle/>
          <a:p>
            <a:pPr algn="ctr"/>
            <a:endParaRPr lang="ko-KR" altLang="en-US" sz="1600" b="1" spc="600" dirty="0">
              <a:ln>
                <a:solidFill>
                  <a:schemeClr val="accent1">
                    <a:shade val="15000"/>
                    <a:alpha val="0"/>
                  </a:schemeClr>
                </a:solidFill>
              </a:ln>
              <a:solidFill>
                <a:srgbClr val="3378C8"/>
              </a:solidFill>
              <a:latin typeface="세방고딕 Regular" panose="00000500000000000000" pitchFamily="2" charset="-127"/>
              <a:ea typeface="세방고딕 Regular" panose="00000500000000000000" pitchFamily="2" charset="-127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5522619C-4947-3D41-24F0-88276CA5AB0C}"/>
              </a:ext>
            </a:extLst>
          </p:cNvPr>
          <p:cNvGrpSpPr/>
          <p:nvPr/>
        </p:nvGrpSpPr>
        <p:grpSpPr>
          <a:xfrm>
            <a:off x="541891" y="2408110"/>
            <a:ext cx="5363941" cy="1748490"/>
            <a:chOff x="541891" y="2408110"/>
            <a:chExt cx="5363941" cy="174849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439B1C8-3528-F911-5457-BF5ED692D7CF}"/>
                </a:ext>
              </a:extLst>
            </p:cNvPr>
            <p:cNvSpPr/>
            <p:nvPr/>
          </p:nvSpPr>
          <p:spPr>
            <a:xfrm>
              <a:off x="541891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63A7B748-FE49-2B92-56C1-450D79C9FD92}"/>
                </a:ext>
              </a:extLst>
            </p:cNvPr>
            <p:cNvSpPr/>
            <p:nvPr/>
          </p:nvSpPr>
          <p:spPr>
            <a:xfrm rot="5400000">
              <a:off x="3176968" y="235037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7F9C6E5-5CF0-4ADD-53E6-0361985783EC}"/>
                </a:ext>
              </a:extLst>
            </p:cNvPr>
            <p:cNvSpPr txBox="1"/>
            <p:nvPr/>
          </p:nvSpPr>
          <p:spPr>
            <a:xfrm>
              <a:off x="912406" y="2525203"/>
              <a:ext cx="4622911" cy="5262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사전 기획의 관점에서 </a:t>
              </a: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프로젝트 결과물에 대한</a:t>
              </a:r>
              <a:br>
                <a:rPr lang="en-US" altLang="ko-KR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sz="12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완성도 평가</a:t>
              </a:r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(10</a:t>
              </a:r>
              <a:r>
                <a:rPr lang="ko-KR" altLang="en-US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점 만점</a:t>
              </a:r>
              <a:r>
                <a:rPr lang="en-US" altLang="ko-KR" sz="11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endPara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159DDAF-8BBD-007D-3622-AD77BC218E24}"/>
              </a:ext>
            </a:extLst>
          </p:cNvPr>
          <p:cNvGrpSpPr/>
          <p:nvPr/>
        </p:nvGrpSpPr>
        <p:grpSpPr>
          <a:xfrm>
            <a:off x="541891" y="4490910"/>
            <a:ext cx="5363941" cy="1748490"/>
            <a:chOff x="541891" y="4490910"/>
            <a:chExt cx="5363941" cy="174849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BDEF34A-4B05-D616-FE0F-53CE76D5D25D}"/>
                </a:ext>
              </a:extLst>
            </p:cNvPr>
            <p:cNvSpPr/>
            <p:nvPr/>
          </p:nvSpPr>
          <p:spPr>
            <a:xfrm>
              <a:off x="541891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D88F86-1654-5597-84CB-A04A190FB71F}"/>
                </a:ext>
              </a:extLst>
            </p:cNvPr>
            <p:cNvSpPr/>
            <p:nvPr/>
          </p:nvSpPr>
          <p:spPr>
            <a:xfrm rot="5400000">
              <a:off x="3176968" y="2317832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7304AE5-695E-DC8E-35C4-7970ECA23F32}"/>
                </a:ext>
              </a:extLst>
            </p:cNvPr>
            <p:cNvSpPr txBox="1"/>
            <p:nvPr/>
          </p:nvSpPr>
          <p:spPr>
            <a:xfrm>
              <a:off x="912406" y="4686581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 결과물의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추후 개선점이나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보완할 점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D85C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등 내용 정리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6FCD1F8-01D8-9AAA-897B-273E7CA1C058}"/>
              </a:ext>
            </a:extLst>
          </p:cNvPr>
          <p:cNvGrpSpPr/>
          <p:nvPr/>
        </p:nvGrpSpPr>
        <p:grpSpPr>
          <a:xfrm>
            <a:off x="6396215" y="4490910"/>
            <a:ext cx="5363941" cy="1748490"/>
            <a:chOff x="6396215" y="4490910"/>
            <a:chExt cx="5363941" cy="1748490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E521B70D-67A3-8111-1F80-FCA0E1856D70}"/>
                </a:ext>
              </a:extLst>
            </p:cNvPr>
            <p:cNvSpPr/>
            <p:nvPr/>
          </p:nvSpPr>
          <p:spPr>
            <a:xfrm>
              <a:off x="6396215" y="44909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37E12C90-2C49-9FF1-E50E-2D4CA4336A95}"/>
                </a:ext>
              </a:extLst>
            </p:cNvPr>
            <p:cNvSpPr/>
            <p:nvPr/>
          </p:nvSpPr>
          <p:spPr>
            <a:xfrm rot="5400000">
              <a:off x="9031292" y="2317832"/>
              <a:ext cx="93786" cy="4439942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0DB3080-EE57-F502-B40D-20275D5DAF63}"/>
                </a:ext>
              </a:extLst>
            </p:cNvPr>
            <p:cNvSpPr txBox="1"/>
            <p:nvPr/>
          </p:nvSpPr>
          <p:spPr>
            <a:xfrm>
              <a:off x="6747148" y="4617132"/>
              <a:ext cx="4622911" cy="7432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프로젝트를 수행하면서</a:t>
              </a:r>
              <a:b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</a:b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느낀 점이나</a:t>
              </a:r>
              <a:r>
                <a:rPr lang="en-US" altLang="ko-KR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3378C8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경험한 성과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(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경력 계획 등과 연관</a:t>
              </a:r>
              <a:r>
                <a:rPr lang="en-US" altLang="ko-KR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)</a:t>
              </a:r>
              <a:r>
                <a:rPr lang="ko-KR" altLang="en-US" sz="160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 </a:t>
              </a:r>
              <a:endParaRPr lang="ko-KR" altLang="en-US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세방고딕 Regular" panose="00000500000000000000" pitchFamily="2" charset="-127"/>
                <a:ea typeface="세방고딕 Regular" panose="00000500000000000000" pitchFamily="2" charset="-127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3125D473-6822-3549-B009-40577C5E1CB8}"/>
              </a:ext>
            </a:extLst>
          </p:cNvPr>
          <p:cNvGrpSpPr/>
          <p:nvPr/>
        </p:nvGrpSpPr>
        <p:grpSpPr>
          <a:xfrm>
            <a:off x="6396215" y="2408110"/>
            <a:ext cx="5363941" cy="1748490"/>
            <a:chOff x="6396215" y="2408110"/>
            <a:chExt cx="5363941" cy="1748490"/>
          </a:xfrm>
        </p:grpSpPr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1E025A8C-5815-C97A-B3AE-8F5FE071600F}"/>
                </a:ext>
              </a:extLst>
            </p:cNvPr>
            <p:cNvSpPr/>
            <p:nvPr/>
          </p:nvSpPr>
          <p:spPr>
            <a:xfrm>
              <a:off x="6396215" y="2408110"/>
              <a:ext cx="5363941" cy="174849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50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7041EC4-B376-7174-8938-DC069344B1D2}"/>
                </a:ext>
              </a:extLst>
            </p:cNvPr>
            <p:cNvSpPr/>
            <p:nvPr/>
          </p:nvSpPr>
          <p:spPr>
            <a:xfrm rot="5400000">
              <a:off x="9031292" y="235037"/>
              <a:ext cx="93786" cy="4439942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719653C-5E68-CF3A-C029-6588E11E539A}"/>
                </a:ext>
              </a:extLst>
            </p:cNvPr>
            <p:cNvSpPr txBox="1"/>
            <p:nvPr/>
          </p:nvSpPr>
          <p:spPr>
            <a:xfrm>
              <a:off x="6747148" y="2900049"/>
              <a:ext cx="4622911" cy="3970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10000"/>
                </a:lnSpc>
                <a:defRPr/>
              </a:pP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2">
                      <a:lumMod val="25000"/>
                    </a:schemeClr>
                  </a:solidFill>
                  <a:latin typeface="세방고딕 Regular" panose="00000500000000000000" pitchFamily="2" charset="-127"/>
                  <a:ea typeface="세방고딕 Regular" panose="00000500000000000000" pitchFamily="2" charset="-127"/>
                </a:rPr>
                <a:t>개인 또는 우리 팀이 </a:t>
              </a:r>
              <a:r>
                <a:rPr lang="ko-KR" altLang="en-US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FFC000"/>
                  </a:solidFill>
                  <a:latin typeface="세방고딕 Bold" panose="00000800000000000000" pitchFamily="2" charset="-127"/>
                  <a:ea typeface="세방고딕 Bold" panose="00000800000000000000" pitchFamily="2" charset="-127"/>
                </a:rPr>
                <a:t>잘한 부분과 아쉬운 점</a:t>
              </a:r>
              <a:endParaRPr lang="en-US" altLang="ko-KR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C000"/>
                </a:solidFill>
                <a:latin typeface="세방고딕 Bold" panose="00000800000000000000" pitchFamily="2" charset="-127"/>
                <a:ea typeface="세방고딕 Bold" panose="00000800000000000000" pitchFamily="2" charset="-127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3EABFA61-909C-6DFC-2F3E-B5C44522F4AE}"/>
                </a:ext>
              </a:extLst>
            </p:cNvPr>
            <p:cNvSpPr txBox="1"/>
            <p:nvPr/>
          </p:nvSpPr>
          <p:spPr>
            <a:xfrm>
              <a:off x="7774257" y="3457087"/>
              <a:ext cx="283500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200" dirty="0"/>
                <a:t>유저 활동로그로 </a:t>
              </a:r>
              <a:r>
                <a:rPr lang="en-US" altLang="ko-KR" sz="1200" dirty="0"/>
                <a:t>AI</a:t>
              </a:r>
              <a:r>
                <a:rPr lang="ko-KR" altLang="en-US" sz="1200" dirty="0"/>
                <a:t>기능 구현 잘함</a:t>
              </a:r>
              <a:endParaRPr lang="en-US" altLang="ko-KR" sz="1200" dirty="0"/>
            </a:p>
            <a:p>
              <a:r>
                <a:rPr lang="ko-KR" altLang="en-US" sz="1200" dirty="0"/>
                <a:t>정밀한 키워드 추출은 아쉬움</a:t>
              </a:r>
            </a:p>
          </p:txBody>
        </p:sp>
      </p:grpSp>
      <p:pic>
        <p:nvPicPr>
          <p:cNvPr id="58" name="그래픽 57">
            <a:extLst>
              <a:ext uri="{FF2B5EF4-FFF2-40B4-BE49-F238E27FC236}">
                <a16:creationId xmlns:a16="http://schemas.microsoft.com/office/drawing/2014/main" id="{139E4CDD-1A9C-F6FA-D336-76FF37A4982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800000">
            <a:off x="378147" y="4327165"/>
            <a:ext cx="138413" cy="138413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A971983B-2C57-1016-A72B-8000F1218B9C}"/>
              </a:ext>
            </a:extLst>
          </p:cNvPr>
          <p:cNvGrpSpPr/>
          <p:nvPr/>
        </p:nvGrpSpPr>
        <p:grpSpPr>
          <a:xfrm>
            <a:off x="10667149" y="6576811"/>
            <a:ext cx="1075644" cy="150807"/>
            <a:chOff x="921102" y="6027409"/>
            <a:chExt cx="2680001" cy="375740"/>
          </a:xfrm>
        </p:grpSpPr>
        <p:pic>
          <p:nvPicPr>
            <p:cNvPr id="19" name="_x278651016" descr="EMB0000378c3f3d">
              <a:extLst>
                <a:ext uri="{FF2B5EF4-FFF2-40B4-BE49-F238E27FC236}">
                  <a16:creationId xmlns:a16="http://schemas.microsoft.com/office/drawing/2014/main" id="{054461DC-C6BD-2B2B-9550-F9F4558EEF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20865" y="6027409"/>
              <a:ext cx="1180238" cy="375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그래픽 23">
              <a:extLst>
                <a:ext uri="{FF2B5EF4-FFF2-40B4-BE49-F238E27FC236}">
                  <a16:creationId xmlns:a16="http://schemas.microsoft.com/office/drawing/2014/main" id="{7D0E42EB-7E79-83A5-8BEC-B55888EE2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921102" y="6027409"/>
              <a:ext cx="1190542" cy="353945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3CD80F9-9907-9F6F-4CFB-134956F10831}"/>
              </a:ext>
            </a:extLst>
          </p:cNvPr>
          <p:cNvSpPr txBox="1"/>
          <p:nvPr/>
        </p:nvSpPr>
        <p:spPr>
          <a:xfrm>
            <a:off x="2003687" y="3245699"/>
            <a:ext cx="28350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9</a:t>
            </a:r>
            <a:r>
              <a:rPr lang="ko-KR" altLang="en-US" sz="1200" dirty="0"/>
              <a:t>점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기획했던 기능은 대부분 구현완료</a:t>
            </a:r>
            <a:endParaRPr lang="en-US" altLang="ko-KR" sz="1200" dirty="0"/>
          </a:p>
          <a:p>
            <a:r>
              <a:rPr lang="ko-KR" altLang="en-US" sz="1200" dirty="0"/>
              <a:t>최적화 및 오류수정</a:t>
            </a:r>
            <a:r>
              <a:rPr lang="en-US" altLang="ko-KR" sz="1200" dirty="0"/>
              <a:t>, UX </a:t>
            </a:r>
            <a:r>
              <a:rPr lang="ko-KR" altLang="en-US" sz="1200" dirty="0"/>
              <a:t>개선필요</a:t>
            </a:r>
            <a:endParaRPr lang="en-US" altLang="ko-KR" sz="1200" dirty="0"/>
          </a:p>
          <a:p>
            <a:r>
              <a:rPr lang="ko-KR" altLang="en-US" sz="1200" dirty="0"/>
              <a:t>관리자 기능 강화필요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3EF316-325A-E884-38FE-39BFCD33170A}"/>
              </a:ext>
            </a:extLst>
          </p:cNvPr>
          <p:cNvSpPr txBox="1"/>
          <p:nvPr/>
        </p:nvSpPr>
        <p:spPr>
          <a:xfrm>
            <a:off x="1968246" y="5501380"/>
            <a:ext cx="28350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UX </a:t>
            </a:r>
            <a:r>
              <a:rPr lang="ko-KR" altLang="en-US" sz="1200" dirty="0"/>
              <a:t>개선</a:t>
            </a:r>
            <a:endParaRPr lang="en-US" altLang="ko-KR" sz="1200" dirty="0"/>
          </a:p>
          <a:p>
            <a:r>
              <a:rPr lang="ko-KR" altLang="en-US" sz="1200" dirty="0"/>
              <a:t>성능 최적화</a:t>
            </a:r>
            <a:r>
              <a:rPr lang="en-US" altLang="ko-KR" sz="1200" dirty="0"/>
              <a:t>, </a:t>
            </a:r>
            <a:r>
              <a:rPr lang="ko-KR" altLang="en-US" sz="1200" dirty="0"/>
              <a:t>더 많은 데이터 삽입 후 테스트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F3F23-C243-C899-3370-997F15968283}"/>
              </a:ext>
            </a:extLst>
          </p:cNvPr>
          <p:cNvSpPr txBox="1"/>
          <p:nvPr/>
        </p:nvSpPr>
        <p:spPr>
          <a:xfrm>
            <a:off x="8314124" y="5486634"/>
            <a:ext cx="283500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최종발표 때 느낄 예정</a:t>
            </a:r>
          </a:p>
        </p:txBody>
      </p:sp>
    </p:spTree>
    <p:extLst>
      <p:ext uri="{BB962C8B-B14F-4D97-AF65-F5344CB8AC3E}">
        <p14:creationId xmlns:p14="http://schemas.microsoft.com/office/powerpoint/2010/main" val="40977565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1049</Words>
  <Application>Microsoft Office PowerPoint</Application>
  <PresentationFormat>와이드스크린</PresentationFormat>
  <Paragraphs>324</Paragraphs>
  <Slides>21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8" baseType="lpstr">
      <vt:lpstr>맑은 고딕</vt:lpstr>
      <vt:lpstr>세방고딕 Bold</vt:lpstr>
      <vt:lpstr>세방고딕 OTF Regular</vt:lpstr>
      <vt:lpstr>세방고딕 Regular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김준영</dc:creator>
  <cp:lastModifiedBy>WH J</cp:lastModifiedBy>
  <cp:revision>31</cp:revision>
  <dcterms:created xsi:type="dcterms:W3CDTF">2023-12-20T03:00:25Z</dcterms:created>
  <dcterms:modified xsi:type="dcterms:W3CDTF">2025-12-04T15:32:51Z</dcterms:modified>
</cp:coreProperties>
</file>
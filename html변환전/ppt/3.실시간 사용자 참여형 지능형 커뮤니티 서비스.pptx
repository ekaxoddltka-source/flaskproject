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52" r:id="rId4"/>
    <p:sldId id="333" r:id="rId5"/>
    <p:sldId id="295" r:id="rId6"/>
    <p:sldId id="334" r:id="rId7"/>
    <p:sldId id="343" r:id="rId8"/>
    <p:sldId id="344" r:id="rId9"/>
    <p:sldId id="345" r:id="rId10"/>
    <p:sldId id="349" r:id="rId11"/>
    <p:sldId id="347" r:id="rId12"/>
    <p:sldId id="348" r:id="rId13"/>
    <p:sldId id="350" r:id="rId14"/>
    <p:sldId id="351" r:id="rId15"/>
    <p:sldId id="353" r:id="rId16"/>
    <p:sldId id="358" r:id="rId17"/>
    <p:sldId id="354" r:id="rId18"/>
    <p:sldId id="355" r:id="rId19"/>
    <p:sldId id="359" r:id="rId20"/>
    <p:sldId id="357" r:id="rId21"/>
    <p:sldId id="356" r:id="rId22"/>
    <p:sldId id="335" r:id="rId23"/>
    <p:sldId id="303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123" d="100"/>
          <a:sy n="123" d="100"/>
        </p:scale>
        <p:origin x="114" y="25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3762A6-56F7-419A-844B-4B22AD2FD17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07FC4D3-B92F-488A-BD51-912C3E259C7D}">
      <dgm:prSet phldrT="[텍스트]" custT="1"/>
      <dgm:spPr/>
      <dgm:t>
        <a:bodyPr/>
        <a:lstStyle/>
        <a:p>
          <a:pPr latinLnBrk="1"/>
          <a:r>
            <a:rPr lang="ko-KR" altLang="en-US" sz="1100" dirty="0"/>
            <a:t>작성 중인 게시글  </a:t>
          </a:r>
          <a:endParaRPr lang="en-US" altLang="ko-KR" sz="1100" dirty="0"/>
        </a:p>
        <a:p>
          <a:pPr latinLnBrk="1"/>
          <a:r>
            <a:rPr lang="ko-KR" altLang="en-US" sz="1100" dirty="0"/>
            <a:t>내용 감지</a:t>
          </a:r>
        </a:p>
      </dgm:t>
    </dgm:pt>
    <dgm:pt modelId="{430E6996-8BC9-456E-9628-88F3D582D52A}" type="parTrans" cxnId="{81FF92A0-2E1E-48A1-A0FC-22E41801F441}">
      <dgm:prSet/>
      <dgm:spPr/>
      <dgm:t>
        <a:bodyPr/>
        <a:lstStyle/>
        <a:p>
          <a:pPr latinLnBrk="1"/>
          <a:endParaRPr lang="ko-KR" altLang="en-US" sz="1600"/>
        </a:p>
      </dgm:t>
    </dgm:pt>
    <dgm:pt modelId="{C289E553-4A2D-4647-BAD2-C0681FA78237}" type="sibTrans" cxnId="{81FF92A0-2E1E-48A1-A0FC-22E41801F441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97FA249E-B046-44C1-ADBB-77F5BA8F9C36}">
      <dgm:prSet phldrT="[텍스트]" custT="1"/>
      <dgm:spPr/>
      <dgm:t>
        <a:bodyPr/>
        <a:lstStyle/>
        <a:p>
          <a:pPr latinLnBrk="1"/>
          <a:r>
            <a:rPr lang="ko-KR" altLang="en-US" sz="1100"/>
            <a:t>형태소 분석</a:t>
          </a:r>
          <a:endParaRPr lang="ko-KR" altLang="en-US" sz="1100" dirty="0"/>
        </a:p>
      </dgm:t>
    </dgm:pt>
    <dgm:pt modelId="{8D59CE76-7D4C-4704-98C7-89ED6992FE14}" type="parTrans" cxnId="{CB3073E1-A494-47C7-89D3-A44BC2F88D94}">
      <dgm:prSet/>
      <dgm:spPr/>
      <dgm:t>
        <a:bodyPr/>
        <a:lstStyle/>
        <a:p>
          <a:pPr latinLnBrk="1"/>
          <a:endParaRPr lang="ko-KR" altLang="en-US" sz="1600"/>
        </a:p>
      </dgm:t>
    </dgm:pt>
    <dgm:pt modelId="{AD81074F-AF68-4E62-A410-550A70BE1A59}" type="sibTrans" cxnId="{CB3073E1-A494-47C7-89D3-A44BC2F88D94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918ED672-8E91-4C9E-B922-89EDF30CB55A}">
      <dgm:prSet phldrT="[텍스트]" custT="1"/>
      <dgm:spPr/>
      <dgm:t>
        <a:bodyPr/>
        <a:lstStyle/>
        <a:p>
          <a:pPr latinLnBrk="1"/>
          <a:r>
            <a:rPr lang="ko-KR" altLang="en-US" sz="1100" dirty="0"/>
            <a:t>글쓰기 </a:t>
          </a:r>
          <a:r>
            <a:rPr lang="en-US" altLang="ko-KR" sz="1100" dirty="0"/>
            <a:t>UI </a:t>
          </a:r>
          <a:r>
            <a:rPr lang="ko-KR" altLang="en-US" sz="1100" dirty="0"/>
            <a:t>하단에 </a:t>
          </a:r>
          <a:endParaRPr lang="en-US" altLang="ko-KR" sz="1100" dirty="0"/>
        </a:p>
        <a:p>
          <a:pPr latinLnBrk="1"/>
          <a:r>
            <a:rPr lang="ko-KR" altLang="en-US" sz="1100" dirty="0"/>
            <a:t>추천 태그 출력</a:t>
          </a:r>
        </a:p>
      </dgm:t>
    </dgm:pt>
    <dgm:pt modelId="{B55E795F-6683-45BA-A9F7-C0B90EF63004}" type="parTrans" cxnId="{357A4915-7579-4343-8239-4B4E5A8E82A9}">
      <dgm:prSet/>
      <dgm:spPr/>
      <dgm:t>
        <a:bodyPr/>
        <a:lstStyle/>
        <a:p>
          <a:pPr latinLnBrk="1"/>
          <a:endParaRPr lang="ko-KR" altLang="en-US" sz="1600"/>
        </a:p>
      </dgm:t>
    </dgm:pt>
    <dgm:pt modelId="{1225B8CD-A889-43B7-AFBF-100D94A75727}" type="sibTrans" cxnId="{357A4915-7579-4343-8239-4B4E5A8E82A9}">
      <dgm:prSet/>
      <dgm:spPr/>
      <dgm:t>
        <a:bodyPr/>
        <a:lstStyle/>
        <a:p>
          <a:pPr latinLnBrk="1"/>
          <a:endParaRPr lang="ko-KR" altLang="en-US" sz="1600"/>
        </a:p>
      </dgm:t>
    </dgm:pt>
    <dgm:pt modelId="{17441E1C-DA6C-47E9-92A4-DDFB6962AA6D}">
      <dgm:prSet phldrT="[텍스트]" custT="1"/>
      <dgm:spPr/>
      <dgm:t>
        <a:bodyPr/>
        <a:lstStyle/>
        <a:p>
          <a:pPr latinLnBrk="1"/>
          <a:r>
            <a:rPr lang="ko-KR" altLang="en-US" sz="1100" dirty="0"/>
            <a:t>사용 빈도 높은     </a:t>
          </a:r>
          <a:endParaRPr lang="en-US" altLang="ko-KR" sz="1100" dirty="0"/>
        </a:p>
        <a:p>
          <a:pPr latinLnBrk="1"/>
          <a:r>
            <a:rPr lang="ko-KR" altLang="en-US" sz="1100" dirty="0"/>
            <a:t>키워드 추출</a:t>
          </a:r>
        </a:p>
      </dgm:t>
    </dgm:pt>
    <dgm:pt modelId="{98EB2B56-3488-4CA5-AAE9-BEE7480433D6}" type="sibTrans" cxnId="{999CE574-E761-4CCC-840D-A15C80BA2F20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404908AE-EC67-4663-B0A5-FE293D199438}" type="parTrans" cxnId="{999CE574-E761-4CCC-840D-A15C80BA2F20}">
      <dgm:prSet/>
      <dgm:spPr/>
      <dgm:t>
        <a:bodyPr/>
        <a:lstStyle/>
        <a:p>
          <a:pPr latinLnBrk="1"/>
          <a:endParaRPr lang="ko-KR" altLang="en-US" sz="1600"/>
        </a:p>
      </dgm:t>
    </dgm:pt>
    <dgm:pt modelId="{15F5E330-EA4C-4066-8B2F-41A2A01474AA}" type="pres">
      <dgm:prSet presAssocID="{9A3762A6-56F7-419A-844B-4B22AD2FD17A}" presName="Name0" presStyleCnt="0">
        <dgm:presLayoutVars>
          <dgm:dir/>
          <dgm:resizeHandles val="exact"/>
        </dgm:presLayoutVars>
      </dgm:prSet>
      <dgm:spPr/>
    </dgm:pt>
    <dgm:pt modelId="{0811E528-517E-4A39-A158-F106E844C663}" type="pres">
      <dgm:prSet presAssocID="{007FC4D3-B92F-488A-BD51-912C3E259C7D}" presName="node" presStyleLbl="node1" presStyleIdx="0" presStyleCnt="4">
        <dgm:presLayoutVars>
          <dgm:bulletEnabled val="1"/>
        </dgm:presLayoutVars>
      </dgm:prSet>
      <dgm:spPr/>
    </dgm:pt>
    <dgm:pt modelId="{B4838DAF-9D95-451D-922E-404DBD11E248}" type="pres">
      <dgm:prSet presAssocID="{C289E553-4A2D-4647-BAD2-C0681FA78237}" presName="sibTrans" presStyleLbl="sibTrans2D1" presStyleIdx="0" presStyleCnt="3"/>
      <dgm:spPr/>
    </dgm:pt>
    <dgm:pt modelId="{91AC34C1-EEF3-425F-AD43-FBA4254C7C52}" type="pres">
      <dgm:prSet presAssocID="{C289E553-4A2D-4647-BAD2-C0681FA78237}" presName="connectorText" presStyleLbl="sibTrans2D1" presStyleIdx="0" presStyleCnt="3"/>
      <dgm:spPr/>
    </dgm:pt>
    <dgm:pt modelId="{59F2C195-2C44-4D8D-ABC6-E1FFC478B6EB}" type="pres">
      <dgm:prSet presAssocID="{97FA249E-B046-44C1-ADBB-77F5BA8F9C36}" presName="node" presStyleLbl="node1" presStyleIdx="1" presStyleCnt="4">
        <dgm:presLayoutVars>
          <dgm:bulletEnabled val="1"/>
        </dgm:presLayoutVars>
      </dgm:prSet>
      <dgm:spPr/>
    </dgm:pt>
    <dgm:pt modelId="{20AFA0BC-85BA-43E6-827B-FD85A0F38537}" type="pres">
      <dgm:prSet presAssocID="{AD81074F-AF68-4E62-A410-550A70BE1A59}" presName="sibTrans" presStyleLbl="sibTrans2D1" presStyleIdx="1" presStyleCnt="3"/>
      <dgm:spPr/>
    </dgm:pt>
    <dgm:pt modelId="{6B0E68DC-CFA7-4EE3-85B5-87CAF768CAED}" type="pres">
      <dgm:prSet presAssocID="{AD81074F-AF68-4E62-A410-550A70BE1A59}" presName="connectorText" presStyleLbl="sibTrans2D1" presStyleIdx="1" presStyleCnt="3"/>
      <dgm:spPr/>
    </dgm:pt>
    <dgm:pt modelId="{FBDCEECE-3D9E-4649-A8AE-19210D715B21}" type="pres">
      <dgm:prSet presAssocID="{17441E1C-DA6C-47E9-92A4-DDFB6962AA6D}" presName="node" presStyleLbl="node1" presStyleIdx="2" presStyleCnt="4">
        <dgm:presLayoutVars>
          <dgm:bulletEnabled val="1"/>
        </dgm:presLayoutVars>
      </dgm:prSet>
      <dgm:spPr/>
    </dgm:pt>
    <dgm:pt modelId="{B9EFC7B8-7148-4109-8A67-21B63DFCD88F}" type="pres">
      <dgm:prSet presAssocID="{98EB2B56-3488-4CA5-AAE9-BEE7480433D6}" presName="sibTrans" presStyleLbl="sibTrans2D1" presStyleIdx="2" presStyleCnt="3"/>
      <dgm:spPr/>
    </dgm:pt>
    <dgm:pt modelId="{8D775D33-1853-4506-97D4-00756D1A8CC5}" type="pres">
      <dgm:prSet presAssocID="{98EB2B56-3488-4CA5-AAE9-BEE7480433D6}" presName="connectorText" presStyleLbl="sibTrans2D1" presStyleIdx="2" presStyleCnt="3"/>
      <dgm:spPr/>
    </dgm:pt>
    <dgm:pt modelId="{77B7AC30-C25E-432D-89DE-16BDD95038A8}" type="pres">
      <dgm:prSet presAssocID="{918ED672-8E91-4C9E-B922-89EDF30CB55A}" presName="node" presStyleLbl="node1" presStyleIdx="3" presStyleCnt="4">
        <dgm:presLayoutVars>
          <dgm:bulletEnabled val="1"/>
        </dgm:presLayoutVars>
      </dgm:prSet>
      <dgm:spPr/>
    </dgm:pt>
  </dgm:ptLst>
  <dgm:cxnLst>
    <dgm:cxn modelId="{357A4915-7579-4343-8239-4B4E5A8E82A9}" srcId="{9A3762A6-56F7-419A-844B-4B22AD2FD17A}" destId="{918ED672-8E91-4C9E-B922-89EDF30CB55A}" srcOrd="3" destOrd="0" parTransId="{B55E795F-6683-45BA-A9F7-C0B90EF63004}" sibTransId="{1225B8CD-A889-43B7-AFBF-100D94A75727}"/>
    <dgm:cxn modelId="{D843E019-7C2C-4BE0-82BC-FCA14756A92C}" type="presOf" srcId="{AD81074F-AF68-4E62-A410-550A70BE1A59}" destId="{6B0E68DC-CFA7-4EE3-85B5-87CAF768CAED}" srcOrd="1" destOrd="0" presId="urn:microsoft.com/office/officeart/2005/8/layout/process1"/>
    <dgm:cxn modelId="{D1BDD33E-9587-4F73-A79C-A8304150F3A3}" type="presOf" srcId="{C289E553-4A2D-4647-BAD2-C0681FA78237}" destId="{B4838DAF-9D95-451D-922E-404DBD11E248}" srcOrd="0" destOrd="0" presId="urn:microsoft.com/office/officeart/2005/8/layout/process1"/>
    <dgm:cxn modelId="{C3BE456A-BC3C-450E-A33B-B610E27E5503}" type="presOf" srcId="{918ED672-8E91-4C9E-B922-89EDF30CB55A}" destId="{77B7AC30-C25E-432D-89DE-16BDD95038A8}" srcOrd="0" destOrd="0" presId="urn:microsoft.com/office/officeart/2005/8/layout/process1"/>
    <dgm:cxn modelId="{F566C26E-FBF1-45B6-A98C-853F0930A840}" type="presOf" srcId="{C289E553-4A2D-4647-BAD2-C0681FA78237}" destId="{91AC34C1-EEF3-425F-AD43-FBA4254C7C52}" srcOrd="1" destOrd="0" presId="urn:microsoft.com/office/officeart/2005/8/layout/process1"/>
    <dgm:cxn modelId="{3656A654-2EAF-478F-A5DB-403E69D2EA60}" type="presOf" srcId="{98EB2B56-3488-4CA5-AAE9-BEE7480433D6}" destId="{B9EFC7B8-7148-4109-8A67-21B63DFCD88F}" srcOrd="0" destOrd="0" presId="urn:microsoft.com/office/officeart/2005/8/layout/process1"/>
    <dgm:cxn modelId="{37F6D954-CCEE-47E8-8AF1-EB94D1A9ADBA}" type="presOf" srcId="{97FA249E-B046-44C1-ADBB-77F5BA8F9C36}" destId="{59F2C195-2C44-4D8D-ABC6-E1FFC478B6EB}" srcOrd="0" destOrd="0" presId="urn:microsoft.com/office/officeart/2005/8/layout/process1"/>
    <dgm:cxn modelId="{999CE574-E761-4CCC-840D-A15C80BA2F20}" srcId="{9A3762A6-56F7-419A-844B-4B22AD2FD17A}" destId="{17441E1C-DA6C-47E9-92A4-DDFB6962AA6D}" srcOrd="2" destOrd="0" parTransId="{404908AE-EC67-4663-B0A5-FE293D199438}" sibTransId="{98EB2B56-3488-4CA5-AAE9-BEE7480433D6}"/>
    <dgm:cxn modelId="{B5362A87-052D-432C-A070-652009635F67}" type="presOf" srcId="{007FC4D3-B92F-488A-BD51-912C3E259C7D}" destId="{0811E528-517E-4A39-A158-F106E844C663}" srcOrd="0" destOrd="0" presId="urn:microsoft.com/office/officeart/2005/8/layout/process1"/>
    <dgm:cxn modelId="{7D61AD98-A800-4706-8D3F-D40DEAC1A758}" type="presOf" srcId="{9A3762A6-56F7-419A-844B-4B22AD2FD17A}" destId="{15F5E330-EA4C-4066-8B2F-41A2A01474AA}" srcOrd="0" destOrd="0" presId="urn:microsoft.com/office/officeart/2005/8/layout/process1"/>
    <dgm:cxn modelId="{81FF92A0-2E1E-48A1-A0FC-22E41801F441}" srcId="{9A3762A6-56F7-419A-844B-4B22AD2FD17A}" destId="{007FC4D3-B92F-488A-BD51-912C3E259C7D}" srcOrd="0" destOrd="0" parTransId="{430E6996-8BC9-456E-9628-88F3D582D52A}" sibTransId="{C289E553-4A2D-4647-BAD2-C0681FA78237}"/>
    <dgm:cxn modelId="{D0B3C7C3-174B-43A3-8FDF-630E7C08D34F}" type="presOf" srcId="{AD81074F-AF68-4E62-A410-550A70BE1A59}" destId="{20AFA0BC-85BA-43E6-827B-FD85A0F38537}" srcOrd="0" destOrd="0" presId="urn:microsoft.com/office/officeart/2005/8/layout/process1"/>
    <dgm:cxn modelId="{6B6402E0-68EB-4036-86BA-2789B4FFB968}" type="presOf" srcId="{98EB2B56-3488-4CA5-AAE9-BEE7480433D6}" destId="{8D775D33-1853-4506-97D4-00756D1A8CC5}" srcOrd="1" destOrd="0" presId="urn:microsoft.com/office/officeart/2005/8/layout/process1"/>
    <dgm:cxn modelId="{CB3073E1-A494-47C7-89D3-A44BC2F88D94}" srcId="{9A3762A6-56F7-419A-844B-4B22AD2FD17A}" destId="{97FA249E-B046-44C1-ADBB-77F5BA8F9C36}" srcOrd="1" destOrd="0" parTransId="{8D59CE76-7D4C-4704-98C7-89ED6992FE14}" sibTransId="{AD81074F-AF68-4E62-A410-550A70BE1A59}"/>
    <dgm:cxn modelId="{061F5AFF-35CC-4E7A-B0C7-1384A3851154}" type="presOf" srcId="{17441E1C-DA6C-47E9-92A4-DDFB6962AA6D}" destId="{FBDCEECE-3D9E-4649-A8AE-19210D715B21}" srcOrd="0" destOrd="0" presId="urn:microsoft.com/office/officeart/2005/8/layout/process1"/>
    <dgm:cxn modelId="{BCA97BEE-59A3-4E4A-A4ED-DFAA92EFA9E4}" type="presParOf" srcId="{15F5E330-EA4C-4066-8B2F-41A2A01474AA}" destId="{0811E528-517E-4A39-A158-F106E844C663}" srcOrd="0" destOrd="0" presId="urn:microsoft.com/office/officeart/2005/8/layout/process1"/>
    <dgm:cxn modelId="{3CD2AF3B-529A-4315-9253-B550871330B4}" type="presParOf" srcId="{15F5E330-EA4C-4066-8B2F-41A2A01474AA}" destId="{B4838DAF-9D95-451D-922E-404DBD11E248}" srcOrd="1" destOrd="0" presId="urn:microsoft.com/office/officeart/2005/8/layout/process1"/>
    <dgm:cxn modelId="{851E0E69-9BAE-4AF1-B77C-33E2B8185050}" type="presParOf" srcId="{B4838DAF-9D95-451D-922E-404DBD11E248}" destId="{91AC34C1-EEF3-425F-AD43-FBA4254C7C52}" srcOrd="0" destOrd="0" presId="urn:microsoft.com/office/officeart/2005/8/layout/process1"/>
    <dgm:cxn modelId="{D7D515B0-26AD-4054-8A85-00ECEC173D76}" type="presParOf" srcId="{15F5E330-EA4C-4066-8B2F-41A2A01474AA}" destId="{59F2C195-2C44-4D8D-ABC6-E1FFC478B6EB}" srcOrd="2" destOrd="0" presId="urn:microsoft.com/office/officeart/2005/8/layout/process1"/>
    <dgm:cxn modelId="{3D876794-092C-495F-9EE7-8727F5E749C2}" type="presParOf" srcId="{15F5E330-EA4C-4066-8B2F-41A2A01474AA}" destId="{20AFA0BC-85BA-43E6-827B-FD85A0F38537}" srcOrd="3" destOrd="0" presId="urn:microsoft.com/office/officeart/2005/8/layout/process1"/>
    <dgm:cxn modelId="{F17B1B1A-9FEE-46C6-BA9A-7C766B90F90D}" type="presParOf" srcId="{20AFA0BC-85BA-43E6-827B-FD85A0F38537}" destId="{6B0E68DC-CFA7-4EE3-85B5-87CAF768CAED}" srcOrd="0" destOrd="0" presId="urn:microsoft.com/office/officeart/2005/8/layout/process1"/>
    <dgm:cxn modelId="{6AA3FBED-AB04-4A10-9782-8B14ECCBD958}" type="presParOf" srcId="{15F5E330-EA4C-4066-8B2F-41A2A01474AA}" destId="{FBDCEECE-3D9E-4649-A8AE-19210D715B21}" srcOrd="4" destOrd="0" presId="urn:microsoft.com/office/officeart/2005/8/layout/process1"/>
    <dgm:cxn modelId="{B24F5E38-F4BF-4FC4-8579-6A3AA0F6D822}" type="presParOf" srcId="{15F5E330-EA4C-4066-8B2F-41A2A01474AA}" destId="{B9EFC7B8-7148-4109-8A67-21B63DFCD88F}" srcOrd="5" destOrd="0" presId="urn:microsoft.com/office/officeart/2005/8/layout/process1"/>
    <dgm:cxn modelId="{B23F23D7-951B-4E53-AD0F-2B104D301FA3}" type="presParOf" srcId="{B9EFC7B8-7148-4109-8A67-21B63DFCD88F}" destId="{8D775D33-1853-4506-97D4-00756D1A8CC5}" srcOrd="0" destOrd="0" presId="urn:microsoft.com/office/officeart/2005/8/layout/process1"/>
    <dgm:cxn modelId="{B8183507-90CC-4867-88E9-D22F407FCFF3}" type="presParOf" srcId="{15F5E330-EA4C-4066-8B2F-41A2A01474AA}" destId="{77B7AC30-C25E-432D-89DE-16BDD95038A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3762A6-56F7-419A-844B-4B22AD2FD17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07FC4D3-B92F-488A-BD51-912C3E259C7D}">
      <dgm:prSet phldrT="[텍스트]" custT="1"/>
      <dgm:spPr/>
      <dgm:t>
        <a:bodyPr/>
        <a:lstStyle/>
        <a:p>
          <a:pPr latinLnBrk="1"/>
          <a:r>
            <a:rPr lang="ko-KR" altLang="en-US" sz="1050" dirty="0"/>
            <a:t>게시글 작성 완료 버튼</a:t>
          </a:r>
          <a:endParaRPr lang="en-US" altLang="ko-KR" sz="1050" dirty="0"/>
        </a:p>
        <a:p>
          <a:pPr latinLnBrk="1"/>
          <a:r>
            <a:rPr lang="ko-KR" altLang="en-US" sz="1050" dirty="0"/>
            <a:t> 클릭</a:t>
          </a:r>
        </a:p>
      </dgm:t>
    </dgm:pt>
    <dgm:pt modelId="{430E6996-8BC9-456E-9628-88F3D582D52A}" type="parTrans" cxnId="{81FF92A0-2E1E-48A1-A0FC-22E41801F441}">
      <dgm:prSet/>
      <dgm:spPr/>
      <dgm:t>
        <a:bodyPr/>
        <a:lstStyle/>
        <a:p>
          <a:pPr latinLnBrk="1"/>
          <a:endParaRPr lang="ko-KR" altLang="en-US" sz="1600"/>
        </a:p>
      </dgm:t>
    </dgm:pt>
    <dgm:pt modelId="{C289E553-4A2D-4647-BAD2-C0681FA78237}" type="sibTrans" cxnId="{81FF92A0-2E1E-48A1-A0FC-22E41801F441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97FA249E-B046-44C1-ADBB-77F5BA8F9C36}">
      <dgm:prSet phldrT="[텍스트]" custT="1"/>
      <dgm:spPr/>
      <dgm:t>
        <a:bodyPr/>
        <a:lstStyle/>
        <a:p>
          <a:pPr latinLnBrk="1"/>
          <a:r>
            <a:rPr lang="en-US" altLang="ko-KR" sz="1050" dirty="0"/>
            <a:t>DB</a:t>
          </a:r>
          <a:r>
            <a:rPr lang="ko-KR" altLang="en-US" sz="1050" dirty="0"/>
            <a:t>에 정보 저장 </a:t>
          </a:r>
          <a:endParaRPr lang="en-US" altLang="ko-KR" sz="1050" dirty="0"/>
        </a:p>
        <a:p>
          <a:pPr latinLnBrk="1"/>
          <a:r>
            <a:rPr lang="en-US" altLang="ko-KR" sz="1050" dirty="0"/>
            <a:t>&amp; </a:t>
          </a:r>
          <a:r>
            <a:rPr lang="ko-KR" altLang="en-US" sz="1050" dirty="0"/>
            <a:t>기존 게시글 조회</a:t>
          </a:r>
        </a:p>
      </dgm:t>
    </dgm:pt>
    <dgm:pt modelId="{8D59CE76-7D4C-4704-98C7-89ED6992FE14}" type="parTrans" cxnId="{CB3073E1-A494-47C7-89D3-A44BC2F88D94}">
      <dgm:prSet/>
      <dgm:spPr/>
      <dgm:t>
        <a:bodyPr/>
        <a:lstStyle/>
        <a:p>
          <a:pPr latinLnBrk="1"/>
          <a:endParaRPr lang="ko-KR" altLang="en-US" sz="1600"/>
        </a:p>
      </dgm:t>
    </dgm:pt>
    <dgm:pt modelId="{AD81074F-AF68-4E62-A410-550A70BE1A59}" type="sibTrans" cxnId="{CB3073E1-A494-47C7-89D3-A44BC2F88D94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918ED672-8E91-4C9E-B922-89EDF30CB55A}">
      <dgm:prSet phldrT="[텍스트]" custT="1"/>
      <dgm:spPr/>
      <dgm:t>
        <a:bodyPr/>
        <a:lstStyle/>
        <a:p>
          <a:pPr latinLnBrk="1"/>
          <a:r>
            <a:rPr lang="ko-KR" altLang="en-US" sz="1050" dirty="0"/>
            <a:t>유사도 상위 </a:t>
          </a:r>
          <a:r>
            <a:rPr lang="en-US" altLang="ko-KR" sz="1050" dirty="0"/>
            <a:t>10</a:t>
          </a:r>
          <a:r>
            <a:rPr lang="ko-KR" altLang="en-US" sz="1050" dirty="0"/>
            <a:t>개 정보</a:t>
          </a:r>
          <a:endParaRPr lang="en-US" altLang="ko-KR" sz="1050" dirty="0"/>
        </a:p>
        <a:p>
          <a:pPr latinLnBrk="1"/>
          <a:r>
            <a:rPr lang="ko-KR" altLang="en-US" sz="1050" dirty="0"/>
            <a:t> </a:t>
          </a:r>
          <a:r>
            <a:rPr lang="en-US" altLang="ko-KR" sz="1050" dirty="0"/>
            <a:t>DB</a:t>
          </a:r>
          <a:r>
            <a:rPr lang="ko-KR" altLang="en-US" sz="1050" dirty="0"/>
            <a:t>에 저장</a:t>
          </a:r>
        </a:p>
      </dgm:t>
    </dgm:pt>
    <dgm:pt modelId="{B55E795F-6683-45BA-A9F7-C0B90EF63004}" type="parTrans" cxnId="{357A4915-7579-4343-8239-4B4E5A8E82A9}">
      <dgm:prSet/>
      <dgm:spPr/>
      <dgm:t>
        <a:bodyPr/>
        <a:lstStyle/>
        <a:p>
          <a:pPr latinLnBrk="1"/>
          <a:endParaRPr lang="ko-KR" altLang="en-US" sz="1600"/>
        </a:p>
      </dgm:t>
    </dgm:pt>
    <dgm:pt modelId="{1225B8CD-A889-43B7-AFBF-100D94A75727}" type="sibTrans" cxnId="{357A4915-7579-4343-8239-4B4E5A8E82A9}">
      <dgm:prSet/>
      <dgm:spPr/>
      <dgm:t>
        <a:bodyPr/>
        <a:lstStyle/>
        <a:p>
          <a:pPr latinLnBrk="1"/>
          <a:endParaRPr lang="ko-KR" altLang="en-US" sz="1600"/>
        </a:p>
      </dgm:t>
    </dgm:pt>
    <dgm:pt modelId="{17441E1C-DA6C-47E9-92A4-DDFB6962AA6D}">
      <dgm:prSet phldrT="[텍스트]" custT="1"/>
      <dgm:spPr/>
      <dgm:t>
        <a:bodyPr/>
        <a:lstStyle/>
        <a:p>
          <a:pPr latinLnBrk="1"/>
          <a:r>
            <a:rPr lang="ko-KR" altLang="en-US" sz="1050" dirty="0"/>
            <a:t>새 글과 기존 글의 </a:t>
          </a:r>
          <a:endParaRPr lang="en-US" altLang="ko-KR" sz="1050" dirty="0"/>
        </a:p>
        <a:p>
          <a:pPr latinLnBrk="1"/>
          <a:r>
            <a:rPr lang="ko-KR" altLang="en-US" sz="1050" dirty="0"/>
            <a:t>유사도 측정</a:t>
          </a:r>
        </a:p>
      </dgm:t>
    </dgm:pt>
    <dgm:pt modelId="{98EB2B56-3488-4CA5-AAE9-BEE7480433D6}" type="sibTrans" cxnId="{999CE574-E761-4CCC-840D-A15C80BA2F20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404908AE-EC67-4663-B0A5-FE293D199438}" type="parTrans" cxnId="{999CE574-E761-4CCC-840D-A15C80BA2F20}">
      <dgm:prSet/>
      <dgm:spPr/>
      <dgm:t>
        <a:bodyPr/>
        <a:lstStyle/>
        <a:p>
          <a:pPr latinLnBrk="1"/>
          <a:endParaRPr lang="ko-KR" altLang="en-US" sz="1600"/>
        </a:p>
      </dgm:t>
    </dgm:pt>
    <dgm:pt modelId="{5881A1F5-06AF-4623-946E-3F25A83EC4B5}">
      <dgm:prSet phldrT="[텍스트]" custT="1"/>
      <dgm:spPr/>
      <dgm:t>
        <a:bodyPr/>
        <a:lstStyle/>
        <a:p>
          <a:pPr latinLnBrk="1"/>
          <a:r>
            <a:rPr lang="ko-KR" altLang="en-US" sz="1050" dirty="0"/>
            <a:t>유저 게시물 하단에 </a:t>
          </a:r>
          <a:endParaRPr lang="en-US" altLang="ko-KR" sz="1050" dirty="0"/>
        </a:p>
        <a:p>
          <a:pPr latinLnBrk="1"/>
          <a:r>
            <a:rPr lang="ko-KR" altLang="en-US" sz="1050" dirty="0"/>
            <a:t>유사 게시글 출력</a:t>
          </a:r>
        </a:p>
      </dgm:t>
    </dgm:pt>
    <dgm:pt modelId="{86596ACB-906C-4131-8AD6-2F6E000C4068}" type="sibTrans" cxnId="{82713996-0DA4-4014-B003-8F0EE388385B}">
      <dgm:prSet/>
      <dgm:spPr/>
      <dgm:t>
        <a:bodyPr/>
        <a:lstStyle/>
        <a:p>
          <a:pPr latinLnBrk="1"/>
          <a:endParaRPr lang="ko-KR" altLang="en-US"/>
        </a:p>
      </dgm:t>
    </dgm:pt>
    <dgm:pt modelId="{4FAD4FD3-208C-4C6B-806C-642F16C1B9F2}" type="parTrans" cxnId="{82713996-0DA4-4014-B003-8F0EE388385B}">
      <dgm:prSet/>
      <dgm:spPr/>
      <dgm:t>
        <a:bodyPr/>
        <a:lstStyle/>
        <a:p>
          <a:pPr latinLnBrk="1"/>
          <a:endParaRPr lang="ko-KR" altLang="en-US"/>
        </a:p>
      </dgm:t>
    </dgm:pt>
    <dgm:pt modelId="{15F5E330-EA4C-4066-8B2F-41A2A01474AA}" type="pres">
      <dgm:prSet presAssocID="{9A3762A6-56F7-419A-844B-4B22AD2FD17A}" presName="Name0" presStyleCnt="0">
        <dgm:presLayoutVars>
          <dgm:dir/>
          <dgm:resizeHandles val="exact"/>
        </dgm:presLayoutVars>
      </dgm:prSet>
      <dgm:spPr/>
    </dgm:pt>
    <dgm:pt modelId="{0811E528-517E-4A39-A158-F106E844C663}" type="pres">
      <dgm:prSet presAssocID="{007FC4D3-B92F-488A-BD51-912C3E259C7D}" presName="node" presStyleLbl="node1" presStyleIdx="0" presStyleCnt="5">
        <dgm:presLayoutVars>
          <dgm:bulletEnabled val="1"/>
        </dgm:presLayoutVars>
      </dgm:prSet>
      <dgm:spPr/>
    </dgm:pt>
    <dgm:pt modelId="{B4838DAF-9D95-451D-922E-404DBD11E248}" type="pres">
      <dgm:prSet presAssocID="{C289E553-4A2D-4647-BAD2-C0681FA78237}" presName="sibTrans" presStyleLbl="sibTrans2D1" presStyleIdx="0" presStyleCnt="4"/>
      <dgm:spPr/>
    </dgm:pt>
    <dgm:pt modelId="{91AC34C1-EEF3-425F-AD43-FBA4254C7C52}" type="pres">
      <dgm:prSet presAssocID="{C289E553-4A2D-4647-BAD2-C0681FA78237}" presName="connectorText" presStyleLbl="sibTrans2D1" presStyleIdx="0" presStyleCnt="4"/>
      <dgm:spPr/>
    </dgm:pt>
    <dgm:pt modelId="{59F2C195-2C44-4D8D-ABC6-E1FFC478B6EB}" type="pres">
      <dgm:prSet presAssocID="{97FA249E-B046-44C1-ADBB-77F5BA8F9C36}" presName="node" presStyleLbl="node1" presStyleIdx="1" presStyleCnt="5">
        <dgm:presLayoutVars>
          <dgm:bulletEnabled val="1"/>
        </dgm:presLayoutVars>
      </dgm:prSet>
      <dgm:spPr/>
    </dgm:pt>
    <dgm:pt modelId="{20AFA0BC-85BA-43E6-827B-FD85A0F38537}" type="pres">
      <dgm:prSet presAssocID="{AD81074F-AF68-4E62-A410-550A70BE1A59}" presName="sibTrans" presStyleLbl="sibTrans2D1" presStyleIdx="1" presStyleCnt="4"/>
      <dgm:spPr/>
    </dgm:pt>
    <dgm:pt modelId="{6B0E68DC-CFA7-4EE3-85B5-87CAF768CAED}" type="pres">
      <dgm:prSet presAssocID="{AD81074F-AF68-4E62-A410-550A70BE1A59}" presName="connectorText" presStyleLbl="sibTrans2D1" presStyleIdx="1" presStyleCnt="4"/>
      <dgm:spPr/>
    </dgm:pt>
    <dgm:pt modelId="{FBDCEECE-3D9E-4649-A8AE-19210D715B21}" type="pres">
      <dgm:prSet presAssocID="{17441E1C-DA6C-47E9-92A4-DDFB6962AA6D}" presName="node" presStyleLbl="node1" presStyleIdx="2" presStyleCnt="5">
        <dgm:presLayoutVars>
          <dgm:bulletEnabled val="1"/>
        </dgm:presLayoutVars>
      </dgm:prSet>
      <dgm:spPr/>
    </dgm:pt>
    <dgm:pt modelId="{B9EFC7B8-7148-4109-8A67-21B63DFCD88F}" type="pres">
      <dgm:prSet presAssocID="{98EB2B56-3488-4CA5-AAE9-BEE7480433D6}" presName="sibTrans" presStyleLbl="sibTrans2D1" presStyleIdx="2" presStyleCnt="4"/>
      <dgm:spPr/>
    </dgm:pt>
    <dgm:pt modelId="{8D775D33-1853-4506-97D4-00756D1A8CC5}" type="pres">
      <dgm:prSet presAssocID="{98EB2B56-3488-4CA5-AAE9-BEE7480433D6}" presName="connectorText" presStyleLbl="sibTrans2D1" presStyleIdx="2" presStyleCnt="4"/>
      <dgm:spPr/>
    </dgm:pt>
    <dgm:pt modelId="{77B7AC30-C25E-432D-89DE-16BDD95038A8}" type="pres">
      <dgm:prSet presAssocID="{918ED672-8E91-4C9E-B922-89EDF30CB55A}" presName="node" presStyleLbl="node1" presStyleIdx="3" presStyleCnt="5">
        <dgm:presLayoutVars>
          <dgm:bulletEnabled val="1"/>
        </dgm:presLayoutVars>
      </dgm:prSet>
      <dgm:spPr/>
    </dgm:pt>
    <dgm:pt modelId="{E77A7946-09EE-4F90-A760-DD2231D52AB6}" type="pres">
      <dgm:prSet presAssocID="{1225B8CD-A889-43B7-AFBF-100D94A75727}" presName="sibTrans" presStyleLbl="sibTrans2D1" presStyleIdx="3" presStyleCnt="4"/>
      <dgm:spPr/>
    </dgm:pt>
    <dgm:pt modelId="{7B8FD90F-865F-4F49-8498-FEE211890124}" type="pres">
      <dgm:prSet presAssocID="{1225B8CD-A889-43B7-AFBF-100D94A75727}" presName="connectorText" presStyleLbl="sibTrans2D1" presStyleIdx="3" presStyleCnt="4"/>
      <dgm:spPr/>
    </dgm:pt>
    <dgm:pt modelId="{EA784F35-8A81-4198-AA95-5516B05FA58C}" type="pres">
      <dgm:prSet presAssocID="{5881A1F5-06AF-4623-946E-3F25A83EC4B5}" presName="node" presStyleLbl="node1" presStyleIdx="4" presStyleCnt="5">
        <dgm:presLayoutVars>
          <dgm:bulletEnabled val="1"/>
        </dgm:presLayoutVars>
      </dgm:prSet>
      <dgm:spPr/>
    </dgm:pt>
  </dgm:ptLst>
  <dgm:cxnLst>
    <dgm:cxn modelId="{357A4915-7579-4343-8239-4B4E5A8E82A9}" srcId="{9A3762A6-56F7-419A-844B-4B22AD2FD17A}" destId="{918ED672-8E91-4C9E-B922-89EDF30CB55A}" srcOrd="3" destOrd="0" parTransId="{B55E795F-6683-45BA-A9F7-C0B90EF63004}" sibTransId="{1225B8CD-A889-43B7-AFBF-100D94A75727}"/>
    <dgm:cxn modelId="{D843E019-7C2C-4BE0-82BC-FCA14756A92C}" type="presOf" srcId="{AD81074F-AF68-4E62-A410-550A70BE1A59}" destId="{6B0E68DC-CFA7-4EE3-85B5-87CAF768CAED}" srcOrd="1" destOrd="0" presId="urn:microsoft.com/office/officeart/2005/8/layout/process1"/>
    <dgm:cxn modelId="{D1BDD33E-9587-4F73-A79C-A8304150F3A3}" type="presOf" srcId="{C289E553-4A2D-4647-BAD2-C0681FA78237}" destId="{B4838DAF-9D95-451D-922E-404DBD11E248}" srcOrd="0" destOrd="0" presId="urn:microsoft.com/office/officeart/2005/8/layout/process1"/>
    <dgm:cxn modelId="{C3BE456A-BC3C-450E-A33B-B610E27E5503}" type="presOf" srcId="{918ED672-8E91-4C9E-B922-89EDF30CB55A}" destId="{77B7AC30-C25E-432D-89DE-16BDD95038A8}" srcOrd="0" destOrd="0" presId="urn:microsoft.com/office/officeart/2005/8/layout/process1"/>
    <dgm:cxn modelId="{F566C26E-FBF1-45B6-A98C-853F0930A840}" type="presOf" srcId="{C289E553-4A2D-4647-BAD2-C0681FA78237}" destId="{91AC34C1-EEF3-425F-AD43-FBA4254C7C52}" srcOrd="1" destOrd="0" presId="urn:microsoft.com/office/officeart/2005/8/layout/process1"/>
    <dgm:cxn modelId="{3656A654-2EAF-478F-A5DB-403E69D2EA60}" type="presOf" srcId="{98EB2B56-3488-4CA5-AAE9-BEE7480433D6}" destId="{B9EFC7B8-7148-4109-8A67-21B63DFCD88F}" srcOrd="0" destOrd="0" presId="urn:microsoft.com/office/officeart/2005/8/layout/process1"/>
    <dgm:cxn modelId="{37F6D954-CCEE-47E8-8AF1-EB94D1A9ADBA}" type="presOf" srcId="{97FA249E-B046-44C1-ADBB-77F5BA8F9C36}" destId="{59F2C195-2C44-4D8D-ABC6-E1FFC478B6EB}" srcOrd="0" destOrd="0" presId="urn:microsoft.com/office/officeart/2005/8/layout/process1"/>
    <dgm:cxn modelId="{999CE574-E761-4CCC-840D-A15C80BA2F20}" srcId="{9A3762A6-56F7-419A-844B-4B22AD2FD17A}" destId="{17441E1C-DA6C-47E9-92A4-DDFB6962AA6D}" srcOrd="2" destOrd="0" parTransId="{404908AE-EC67-4663-B0A5-FE293D199438}" sibTransId="{98EB2B56-3488-4CA5-AAE9-BEE7480433D6}"/>
    <dgm:cxn modelId="{B5362A87-052D-432C-A070-652009635F67}" type="presOf" srcId="{007FC4D3-B92F-488A-BD51-912C3E259C7D}" destId="{0811E528-517E-4A39-A158-F106E844C663}" srcOrd="0" destOrd="0" presId="urn:microsoft.com/office/officeart/2005/8/layout/process1"/>
    <dgm:cxn modelId="{9B11AE88-02F7-42E6-ACD5-7AEFC5E92F4F}" type="presOf" srcId="{5881A1F5-06AF-4623-946E-3F25A83EC4B5}" destId="{EA784F35-8A81-4198-AA95-5516B05FA58C}" srcOrd="0" destOrd="0" presId="urn:microsoft.com/office/officeart/2005/8/layout/process1"/>
    <dgm:cxn modelId="{82713996-0DA4-4014-B003-8F0EE388385B}" srcId="{9A3762A6-56F7-419A-844B-4B22AD2FD17A}" destId="{5881A1F5-06AF-4623-946E-3F25A83EC4B5}" srcOrd="4" destOrd="0" parTransId="{4FAD4FD3-208C-4C6B-806C-642F16C1B9F2}" sibTransId="{86596ACB-906C-4131-8AD6-2F6E000C4068}"/>
    <dgm:cxn modelId="{7D61AD98-A800-4706-8D3F-D40DEAC1A758}" type="presOf" srcId="{9A3762A6-56F7-419A-844B-4B22AD2FD17A}" destId="{15F5E330-EA4C-4066-8B2F-41A2A01474AA}" srcOrd="0" destOrd="0" presId="urn:microsoft.com/office/officeart/2005/8/layout/process1"/>
    <dgm:cxn modelId="{81FF92A0-2E1E-48A1-A0FC-22E41801F441}" srcId="{9A3762A6-56F7-419A-844B-4B22AD2FD17A}" destId="{007FC4D3-B92F-488A-BD51-912C3E259C7D}" srcOrd="0" destOrd="0" parTransId="{430E6996-8BC9-456E-9628-88F3D582D52A}" sibTransId="{C289E553-4A2D-4647-BAD2-C0681FA78237}"/>
    <dgm:cxn modelId="{86C735C1-2BE6-4219-9FBC-391337E09351}" type="presOf" srcId="{1225B8CD-A889-43B7-AFBF-100D94A75727}" destId="{E77A7946-09EE-4F90-A760-DD2231D52AB6}" srcOrd="0" destOrd="0" presId="urn:microsoft.com/office/officeart/2005/8/layout/process1"/>
    <dgm:cxn modelId="{D0B3C7C3-174B-43A3-8FDF-630E7C08D34F}" type="presOf" srcId="{AD81074F-AF68-4E62-A410-550A70BE1A59}" destId="{20AFA0BC-85BA-43E6-827B-FD85A0F38537}" srcOrd="0" destOrd="0" presId="urn:microsoft.com/office/officeart/2005/8/layout/process1"/>
    <dgm:cxn modelId="{6B6402E0-68EB-4036-86BA-2789B4FFB968}" type="presOf" srcId="{98EB2B56-3488-4CA5-AAE9-BEE7480433D6}" destId="{8D775D33-1853-4506-97D4-00756D1A8CC5}" srcOrd="1" destOrd="0" presId="urn:microsoft.com/office/officeart/2005/8/layout/process1"/>
    <dgm:cxn modelId="{CB3073E1-A494-47C7-89D3-A44BC2F88D94}" srcId="{9A3762A6-56F7-419A-844B-4B22AD2FD17A}" destId="{97FA249E-B046-44C1-ADBB-77F5BA8F9C36}" srcOrd="1" destOrd="0" parTransId="{8D59CE76-7D4C-4704-98C7-89ED6992FE14}" sibTransId="{AD81074F-AF68-4E62-A410-550A70BE1A59}"/>
    <dgm:cxn modelId="{E9A923F6-8D4D-4286-87D0-D09A92D7F797}" type="presOf" srcId="{1225B8CD-A889-43B7-AFBF-100D94A75727}" destId="{7B8FD90F-865F-4F49-8498-FEE211890124}" srcOrd="1" destOrd="0" presId="urn:microsoft.com/office/officeart/2005/8/layout/process1"/>
    <dgm:cxn modelId="{061F5AFF-35CC-4E7A-B0C7-1384A3851154}" type="presOf" srcId="{17441E1C-DA6C-47E9-92A4-DDFB6962AA6D}" destId="{FBDCEECE-3D9E-4649-A8AE-19210D715B21}" srcOrd="0" destOrd="0" presId="urn:microsoft.com/office/officeart/2005/8/layout/process1"/>
    <dgm:cxn modelId="{BCA97BEE-59A3-4E4A-A4ED-DFAA92EFA9E4}" type="presParOf" srcId="{15F5E330-EA4C-4066-8B2F-41A2A01474AA}" destId="{0811E528-517E-4A39-A158-F106E844C663}" srcOrd="0" destOrd="0" presId="urn:microsoft.com/office/officeart/2005/8/layout/process1"/>
    <dgm:cxn modelId="{3CD2AF3B-529A-4315-9253-B550871330B4}" type="presParOf" srcId="{15F5E330-EA4C-4066-8B2F-41A2A01474AA}" destId="{B4838DAF-9D95-451D-922E-404DBD11E248}" srcOrd="1" destOrd="0" presId="urn:microsoft.com/office/officeart/2005/8/layout/process1"/>
    <dgm:cxn modelId="{851E0E69-9BAE-4AF1-B77C-33E2B8185050}" type="presParOf" srcId="{B4838DAF-9D95-451D-922E-404DBD11E248}" destId="{91AC34C1-EEF3-425F-AD43-FBA4254C7C52}" srcOrd="0" destOrd="0" presId="urn:microsoft.com/office/officeart/2005/8/layout/process1"/>
    <dgm:cxn modelId="{D7D515B0-26AD-4054-8A85-00ECEC173D76}" type="presParOf" srcId="{15F5E330-EA4C-4066-8B2F-41A2A01474AA}" destId="{59F2C195-2C44-4D8D-ABC6-E1FFC478B6EB}" srcOrd="2" destOrd="0" presId="urn:microsoft.com/office/officeart/2005/8/layout/process1"/>
    <dgm:cxn modelId="{3D876794-092C-495F-9EE7-8727F5E749C2}" type="presParOf" srcId="{15F5E330-EA4C-4066-8B2F-41A2A01474AA}" destId="{20AFA0BC-85BA-43E6-827B-FD85A0F38537}" srcOrd="3" destOrd="0" presId="urn:microsoft.com/office/officeart/2005/8/layout/process1"/>
    <dgm:cxn modelId="{F17B1B1A-9FEE-46C6-BA9A-7C766B90F90D}" type="presParOf" srcId="{20AFA0BC-85BA-43E6-827B-FD85A0F38537}" destId="{6B0E68DC-CFA7-4EE3-85B5-87CAF768CAED}" srcOrd="0" destOrd="0" presId="urn:microsoft.com/office/officeart/2005/8/layout/process1"/>
    <dgm:cxn modelId="{6AA3FBED-AB04-4A10-9782-8B14ECCBD958}" type="presParOf" srcId="{15F5E330-EA4C-4066-8B2F-41A2A01474AA}" destId="{FBDCEECE-3D9E-4649-A8AE-19210D715B21}" srcOrd="4" destOrd="0" presId="urn:microsoft.com/office/officeart/2005/8/layout/process1"/>
    <dgm:cxn modelId="{B24F5E38-F4BF-4FC4-8579-6A3AA0F6D822}" type="presParOf" srcId="{15F5E330-EA4C-4066-8B2F-41A2A01474AA}" destId="{B9EFC7B8-7148-4109-8A67-21B63DFCD88F}" srcOrd="5" destOrd="0" presId="urn:microsoft.com/office/officeart/2005/8/layout/process1"/>
    <dgm:cxn modelId="{B23F23D7-951B-4E53-AD0F-2B104D301FA3}" type="presParOf" srcId="{B9EFC7B8-7148-4109-8A67-21B63DFCD88F}" destId="{8D775D33-1853-4506-97D4-00756D1A8CC5}" srcOrd="0" destOrd="0" presId="urn:microsoft.com/office/officeart/2005/8/layout/process1"/>
    <dgm:cxn modelId="{B8183507-90CC-4867-88E9-D22F407FCFF3}" type="presParOf" srcId="{15F5E330-EA4C-4066-8B2F-41A2A01474AA}" destId="{77B7AC30-C25E-432D-89DE-16BDD95038A8}" srcOrd="6" destOrd="0" presId="urn:microsoft.com/office/officeart/2005/8/layout/process1"/>
    <dgm:cxn modelId="{FE02CE53-7A2B-4F6D-B379-403965CC910D}" type="presParOf" srcId="{15F5E330-EA4C-4066-8B2F-41A2A01474AA}" destId="{E77A7946-09EE-4F90-A760-DD2231D52AB6}" srcOrd="7" destOrd="0" presId="urn:microsoft.com/office/officeart/2005/8/layout/process1"/>
    <dgm:cxn modelId="{738EA9B5-3C51-410A-82AB-6E7AD7EED21E}" type="presParOf" srcId="{E77A7946-09EE-4F90-A760-DD2231D52AB6}" destId="{7B8FD90F-865F-4F49-8498-FEE211890124}" srcOrd="0" destOrd="0" presId="urn:microsoft.com/office/officeart/2005/8/layout/process1"/>
    <dgm:cxn modelId="{AF992DEF-04D4-4E41-8FCA-F5EFB886052C}" type="presParOf" srcId="{15F5E330-EA4C-4066-8B2F-41A2A01474AA}" destId="{EA784F35-8A81-4198-AA95-5516B05FA58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3762A6-56F7-419A-844B-4B22AD2FD17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07FC4D3-B92F-488A-BD51-912C3E259C7D}">
      <dgm:prSet phldrT="[텍스트]" custT="1"/>
      <dgm:spPr/>
      <dgm:t>
        <a:bodyPr/>
        <a:lstStyle/>
        <a:p>
          <a:pPr latinLnBrk="1"/>
          <a:r>
            <a:rPr lang="ko-KR" altLang="en-US" sz="1000" dirty="0"/>
            <a:t>모든 사용자</a:t>
          </a:r>
          <a:endParaRPr lang="en-US" altLang="ko-KR" sz="1000" dirty="0"/>
        </a:p>
        <a:p>
          <a:pPr latinLnBrk="1"/>
          <a:r>
            <a:rPr lang="ko-KR" altLang="en-US" sz="1000" dirty="0"/>
            <a:t>추천 데이터 조회</a:t>
          </a:r>
        </a:p>
      </dgm:t>
    </dgm:pt>
    <dgm:pt modelId="{430E6996-8BC9-456E-9628-88F3D582D52A}" type="parTrans" cxnId="{81FF92A0-2E1E-48A1-A0FC-22E41801F441}">
      <dgm:prSet/>
      <dgm:spPr/>
      <dgm:t>
        <a:bodyPr/>
        <a:lstStyle/>
        <a:p>
          <a:pPr latinLnBrk="1"/>
          <a:endParaRPr lang="ko-KR" altLang="en-US" sz="1600"/>
        </a:p>
      </dgm:t>
    </dgm:pt>
    <dgm:pt modelId="{C289E553-4A2D-4647-BAD2-C0681FA78237}" type="sibTrans" cxnId="{81FF92A0-2E1E-48A1-A0FC-22E41801F441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97FA249E-B046-44C1-ADBB-77F5BA8F9C36}">
      <dgm:prSet phldrT="[텍스트]" custT="1"/>
      <dgm:spPr/>
      <dgm:t>
        <a:bodyPr/>
        <a:lstStyle/>
        <a:p>
          <a:pPr latinLnBrk="1"/>
          <a:r>
            <a:rPr lang="ko-KR" altLang="en-US" sz="1000" dirty="0"/>
            <a:t>행렬 형태로 변환</a:t>
          </a:r>
        </a:p>
      </dgm:t>
    </dgm:pt>
    <dgm:pt modelId="{8D59CE76-7D4C-4704-98C7-89ED6992FE14}" type="parTrans" cxnId="{CB3073E1-A494-47C7-89D3-A44BC2F88D94}">
      <dgm:prSet/>
      <dgm:spPr/>
      <dgm:t>
        <a:bodyPr/>
        <a:lstStyle/>
        <a:p>
          <a:pPr latinLnBrk="1"/>
          <a:endParaRPr lang="ko-KR" altLang="en-US" sz="1600"/>
        </a:p>
      </dgm:t>
    </dgm:pt>
    <dgm:pt modelId="{AD81074F-AF68-4E62-A410-550A70BE1A59}" type="sibTrans" cxnId="{CB3073E1-A494-47C7-89D3-A44BC2F88D94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918ED672-8E91-4C9E-B922-89EDF30CB55A}">
      <dgm:prSet phldrT="[텍스트]" custT="1"/>
      <dgm:spPr/>
      <dgm:t>
        <a:bodyPr/>
        <a:lstStyle/>
        <a:p>
          <a:pPr latinLnBrk="1"/>
          <a:r>
            <a:rPr lang="ko-KR" altLang="en-US" sz="1000" dirty="0"/>
            <a:t>사용자별 상위 </a:t>
          </a:r>
          <a:r>
            <a:rPr lang="en-US" altLang="ko-KR" sz="1000" dirty="0"/>
            <a:t>20</a:t>
          </a:r>
          <a:r>
            <a:rPr lang="ko-KR" altLang="en-US" sz="1000" dirty="0"/>
            <a:t>개 정보</a:t>
          </a:r>
          <a:endParaRPr lang="en-US" altLang="ko-KR" sz="1000" dirty="0"/>
        </a:p>
        <a:p>
          <a:pPr latinLnBrk="1"/>
          <a:r>
            <a:rPr lang="ko-KR" altLang="en-US" sz="1000" dirty="0"/>
            <a:t> </a:t>
          </a:r>
          <a:r>
            <a:rPr lang="en-US" altLang="ko-KR" sz="1000" dirty="0"/>
            <a:t>DB</a:t>
          </a:r>
          <a:r>
            <a:rPr lang="ko-KR" altLang="en-US" sz="1000" dirty="0"/>
            <a:t>에 저장</a:t>
          </a:r>
        </a:p>
      </dgm:t>
    </dgm:pt>
    <dgm:pt modelId="{B55E795F-6683-45BA-A9F7-C0B90EF63004}" type="parTrans" cxnId="{357A4915-7579-4343-8239-4B4E5A8E82A9}">
      <dgm:prSet/>
      <dgm:spPr/>
      <dgm:t>
        <a:bodyPr/>
        <a:lstStyle/>
        <a:p>
          <a:pPr latinLnBrk="1"/>
          <a:endParaRPr lang="ko-KR" altLang="en-US" sz="1600"/>
        </a:p>
      </dgm:t>
    </dgm:pt>
    <dgm:pt modelId="{1225B8CD-A889-43B7-AFBF-100D94A75727}" type="sibTrans" cxnId="{357A4915-7579-4343-8239-4B4E5A8E82A9}">
      <dgm:prSet/>
      <dgm:spPr/>
      <dgm:t>
        <a:bodyPr/>
        <a:lstStyle/>
        <a:p>
          <a:pPr latinLnBrk="1"/>
          <a:endParaRPr lang="ko-KR" altLang="en-US" sz="1600"/>
        </a:p>
      </dgm:t>
    </dgm:pt>
    <dgm:pt modelId="{17441E1C-DA6C-47E9-92A4-DDFB6962AA6D}">
      <dgm:prSet phldrT="[텍스트]" custT="1"/>
      <dgm:spPr/>
      <dgm:t>
        <a:bodyPr/>
        <a:lstStyle/>
        <a:p>
          <a:pPr latinLnBrk="1"/>
          <a:r>
            <a:rPr lang="ko-KR" altLang="en-US" sz="1000" dirty="0"/>
            <a:t>행렬 분해</a:t>
          </a:r>
        </a:p>
      </dgm:t>
    </dgm:pt>
    <dgm:pt modelId="{98EB2B56-3488-4CA5-AAE9-BEE7480433D6}" type="sibTrans" cxnId="{999CE574-E761-4CCC-840D-A15C80BA2F20}">
      <dgm:prSet custT="1"/>
      <dgm:spPr/>
      <dgm:t>
        <a:bodyPr/>
        <a:lstStyle/>
        <a:p>
          <a:pPr latinLnBrk="1"/>
          <a:endParaRPr lang="ko-KR" altLang="en-US" sz="1400"/>
        </a:p>
      </dgm:t>
    </dgm:pt>
    <dgm:pt modelId="{404908AE-EC67-4663-B0A5-FE293D199438}" type="parTrans" cxnId="{999CE574-E761-4CCC-840D-A15C80BA2F20}">
      <dgm:prSet/>
      <dgm:spPr/>
      <dgm:t>
        <a:bodyPr/>
        <a:lstStyle/>
        <a:p>
          <a:pPr latinLnBrk="1"/>
          <a:endParaRPr lang="ko-KR" altLang="en-US" sz="1600"/>
        </a:p>
      </dgm:t>
    </dgm:pt>
    <dgm:pt modelId="{39723459-0F78-43EE-AB27-3FD6663B65D3}">
      <dgm:prSet phldrT="[텍스트]" custT="1"/>
      <dgm:spPr/>
      <dgm:t>
        <a:bodyPr/>
        <a:lstStyle/>
        <a:p>
          <a:pPr latinLnBrk="1"/>
          <a:r>
            <a:rPr lang="ko-KR" altLang="en-US" sz="1000" dirty="0"/>
            <a:t>유저 </a:t>
          </a:r>
          <a:r>
            <a:rPr lang="ko-KR" altLang="en-US" sz="1000" dirty="0" err="1"/>
            <a:t>추천글</a:t>
          </a:r>
          <a:r>
            <a:rPr lang="ko-KR" altLang="en-US" sz="1000" dirty="0"/>
            <a:t> 페이지에서</a:t>
          </a:r>
          <a:endParaRPr lang="en-US" altLang="ko-KR" sz="1000" dirty="0"/>
        </a:p>
        <a:p>
          <a:pPr latinLnBrk="1"/>
          <a:r>
            <a:rPr lang="ko-KR" altLang="en-US" sz="1000" dirty="0"/>
            <a:t> 해당 게시글 출력</a:t>
          </a:r>
        </a:p>
      </dgm:t>
    </dgm:pt>
    <dgm:pt modelId="{1F5F55B5-6318-4243-8355-01CD3D213E08}" type="parTrans" cxnId="{0B1F8092-0CF8-4070-8674-FFF74D746F46}">
      <dgm:prSet/>
      <dgm:spPr/>
      <dgm:t>
        <a:bodyPr/>
        <a:lstStyle/>
        <a:p>
          <a:pPr latinLnBrk="1"/>
          <a:endParaRPr lang="ko-KR" altLang="en-US"/>
        </a:p>
      </dgm:t>
    </dgm:pt>
    <dgm:pt modelId="{AC14815D-FF7D-440D-BD9F-3E8E604B7F3A}" type="sibTrans" cxnId="{0B1F8092-0CF8-4070-8674-FFF74D746F46}">
      <dgm:prSet/>
      <dgm:spPr/>
      <dgm:t>
        <a:bodyPr/>
        <a:lstStyle/>
        <a:p>
          <a:pPr latinLnBrk="1"/>
          <a:endParaRPr lang="ko-KR" altLang="en-US"/>
        </a:p>
      </dgm:t>
    </dgm:pt>
    <dgm:pt modelId="{15F5E330-EA4C-4066-8B2F-41A2A01474AA}" type="pres">
      <dgm:prSet presAssocID="{9A3762A6-56F7-419A-844B-4B22AD2FD17A}" presName="Name0" presStyleCnt="0">
        <dgm:presLayoutVars>
          <dgm:dir/>
          <dgm:resizeHandles val="exact"/>
        </dgm:presLayoutVars>
      </dgm:prSet>
      <dgm:spPr/>
    </dgm:pt>
    <dgm:pt modelId="{0811E528-517E-4A39-A158-F106E844C663}" type="pres">
      <dgm:prSet presAssocID="{007FC4D3-B92F-488A-BD51-912C3E259C7D}" presName="node" presStyleLbl="node1" presStyleIdx="0" presStyleCnt="5">
        <dgm:presLayoutVars>
          <dgm:bulletEnabled val="1"/>
        </dgm:presLayoutVars>
      </dgm:prSet>
      <dgm:spPr/>
    </dgm:pt>
    <dgm:pt modelId="{B4838DAF-9D95-451D-922E-404DBD11E248}" type="pres">
      <dgm:prSet presAssocID="{C289E553-4A2D-4647-BAD2-C0681FA78237}" presName="sibTrans" presStyleLbl="sibTrans2D1" presStyleIdx="0" presStyleCnt="4"/>
      <dgm:spPr/>
    </dgm:pt>
    <dgm:pt modelId="{91AC34C1-EEF3-425F-AD43-FBA4254C7C52}" type="pres">
      <dgm:prSet presAssocID="{C289E553-4A2D-4647-BAD2-C0681FA78237}" presName="connectorText" presStyleLbl="sibTrans2D1" presStyleIdx="0" presStyleCnt="4"/>
      <dgm:spPr/>
    </dgm:pt>
    <dgm:pt modelId="{59F2C195-2C44-4D8D-ABC6-E1FFC478B6EB}" type="pres">
      <dgm:prSet presAssocID="{97FA249E-B046-44C1-ADBB-77F5BA8F9C36}" presName="node" presStyleLbl="node1" presStyleIdx="1" presStyleCnt="5">
        <dgm:presLayoutVars>
          <dgm:bulletEnabled val="1"/>
        </dgm:presLayoutVars>
      </dgm:prSet>
      <dgm:spPr/>
    </dgm:pt>
    <dgm:pt modelId="{20AFA0BC-85BA-43E6-827B-FD85A0F38537}" type="pres">
      <dgm:prSet presAssocID="{AD81074F-AF68-4E62-A410-550A70BE1A59}" presName="sibTrans" presStyleLbl="sibTrans2D1" presStyleIdx="1" presStyleCnt="4"/>
      <dgm:spPr/>
    </dgm:pt>
    <dgm:pt modelId="{6B0E68DC-CFA7-4EE3-85B5-87CAF768CAED}" type="pres">
      <dgm:prSet presAssocID="{AD81074F-AF68-4E62-A410-550A70BE1A59}" presName="connectorText" presStyleLbl="sibTrans2D1" presStyleIdx="1" presStyleCnt="4"/>
      <dgm:spPr/>
    </dgm:pt>
    <dgm:pt modelId="{FBDCEECE-3D9E-4649-A8AE-19210D715B21}" type="pres">
      <dgm:prSet presAssocID="{17441E1C-DA6C-47E9-92A4-DDFB6962AA6D}" presName="node" presStyleLbl="node1" presStyleIdx="2" presStyleCnt="5">
        <dgm:presLayoutVars>
          <dgm:bulletEnabled val="1"/>
        </dgm:presLayoutVars>
      </dgm:prSet>
      <dgm:spPr/>
    </dgm:pt>
    <dgm:pt modelId="{B9EFC7B8-7148-4109-8A67-21B63DFCD88F}" type="pres">
      <dgm:prSet presAssocID="{98EB2B56-3488-4CA5-AAE9-BEE7480433D6}" presName="sibTrans" presStyleLbl="sibTrans2D1" presStyleIdx="2" presStyleCnt="4"/>
      <dgm:spPr/>
    </dgm:pt>
    <dgm:pt modelId="{8D775D33-1853-4506-97D4-00756D1A8CC5}" type="pres">
      <dgm:prSet presAssocID="{98EB2B56-3488-4CA5-AAE9-BEE7480433D6}" presName="connectorText" presStyleLbl="sibTrans2D1" presStyleIdx="2" presStyleCnt="4"/>
      <dgm:spPr/>
    </dgm:pt>
    <dgm:pt modelId="{77B7AC30-C25E-432D-89DE-16BDD95038A8}" type="pres">
      <dgm:prSet presAssocID="{918ED672-8E91-4C9E-B922-89EDF30CB55A}" presName="node" presStyleLbl="node1" presStyleIdx="3" presStyleCnt="5">
        <dgm:presLayoutVars>
          <dgm:bulletEnabled val="1"/>
        </dgm:presLayoutVars>
      </dgm:prSet>
      <dgm:spPr/>
    </dgm:pt>
    <dgm:pt modelId="{9D85C985-51AD-48BA-9387-21ACFB31FA24}" type="pres">
      <dgm:prSet presAssocID="{1225B8CD-A889-43B7-AFBF-100D94A75727}" presName="sibTrans" presStyleLbl="sibTrans2D1" presStyleIdx="3" presStyleCnt="4"/>
      <dgm:spPr/>
    </dgm:pt>
    <dgm:pt modelId="{86940E77-066C-4B4D-B2B2-87AB2DE4F917}" type="pres">
      <dgm:prSet presAssocID="{1225B8CD-A889-43B7-AFBF-100D94A75727}" presName="connectorText" presStyleLbl="sibTrans2D1" presStyleIdx="3" presStyleCnt="4"/>
      <dgm:spPr/>
    </dgm:pt>
    <dgm:pt modelId="{5480F3B9-0378-4090-ADF8-3F7A5964A75F}" type="pres">
      <dgm:prSet presAssocID="{39723459-0F78-43EE-AB27-3FD6663B65D3}" presName="node" presStyleLbl="node1" presStyleIdx="4" presStyleCnt="5">
        <dgm:presLayoutVars>
          <dgm:bulletEnabled val="1"/>
        </dgm:presLayoutVars>
      </dgm:prSet>
      <dgm:spPr/>
    </dgm:pt>
  </dgm:ptLst>
  <dgm:cxnLst>
    <dgm:cxn modelId="{357A4915-7579-4343-8239-4B4E5A8E82A9}" srcId="{9A3762A6-56F7-419A-844B-4B22AD2FD17A}" destId="{918ED672-8E91-4C9E-B922-89EDF30CB55A}" srcOrd="3" destOrd="0" parTransId="{B55E795F-6683-45BA-A9F7-C0B90EF63004}" sibTransId="{1225B8CD-A889-43B7-AFBF-100D94A75727}"/>
    <dgm:cxn modelId="{D843E019-7C2C-4BE0-82BC-FCA14756A92C}" type="presOf" srcId="{AD81074F-AF68-4E62-A410-550A70BE1A59}" destId="{6B0E68DC-CFA7-4EE3-85B5-87CAF768CAED}" srcOrd="1" destOrd="0" presId="urn:microsoft.com/office/officeart/2005/8/layout/process1"/>
    <dgm:cxn modelId="{D1BDD33E-9587-4F73-A79C-A8304150F3A3}" type="presOf" srcId="{C289E553-4A2D-4647-BAD2-C0681FA78237}" destId="{B4838DAF-9D95-451D-922E-404DBD11E248}" srcOrd="0" destOrd="0" presId="urn:microsoft.com/office/officeart/2005/8/layout/process1"/>
    <dgm:cxn modelId="{C3BE456A-BC3C-450E-A33B-B610E27E5503}" type="presOf" srcId="{918ED672-8E91-4C9E-B922-89EDF30CB55A}" destId="{77B7AC30-C25E-432D-89DE-16BDD95038A8}" srcOrd="0" destOrd="0" presId="urn:microsoft.com/office/officeart/2005/8/layout/process1"/>
    <dgm:cxn modelId="{F566C26E-FBF1-45B6-A98C-853F0930A840}" type="presOf" srcId="{C289E553-4A2D-4647-BAD2-C0681FA78237}" destId="{91AC34C1-EEF3-425F-AD43-FBA4254C7C52}" srcOrd="1" destOrd="0" presId="urn:microsoft.com/office/officeart/2005/8/layout/process1"/>
    <dgm:cxn modelId="{3656A654-2EAF-478F-A5DB-403E69D2EA60}" type="presOf" srcId="{98EB2B56-3488-4CA5-AAE9-BEE7480433D6}" destId="{B9EFC7B8-7148-4109-8A67-21B63DFCD88F}" srcOrd="0" destOrd="0" presId="urn:microsoft.com/office/officeart/2005/8/layout/process1"/>
    <dgm:cxn modelId="{37F6D954-CCEE-47E8-8AF1-EB94D1A9ADBA}" type="presOf" srcId="{97FA249E-B046-44C1-ADBB-77F5BA8F9C36}" destId="{59F2C195-2C44-4D8D-ABC6-E1FFC478B6EB}" srcOrd="0" destOrd="0" presId="urn:microsoft.com/office/officeart/2005/8/layout/process1"/>
    <dgm:cxn modelId="{999CE574-E761-4CCC-840D-A15C80BA2F20}" srcId="{9A3762A6-56F7-419A-844B-4B22AD2FD17A}" destId="{17441E1C-DA6C-47E9-92A4-DDFB6962AA6D}" srcOrd="2" destOrd="0" parTransId="{404908AE-EC67-4663-B0A5-FE293D199438}" sibTransId="{98EB2B56-3488-4CA5-AAE9-BEE7480433D6}"/>
    <dgm:cxn modelId="{B5362A87-052D-432C-A070-652009635F67}" type="presOf" srcId="{007FC4D3-B92F-488A-BD51-912C3E259C7D}" destId="{0811E528-517E-4A39-A158-F106E844C663}" srcOrd="0" destOrd="0" presId="urn:microsoft.com/office/officeart/2005/8/layout/process1"/>
    <dgm:cxn modelId="{CF370D88-DCB6-447C-B39F-C1BA9D2DAD52}" type="presOf" srcId="{39723459-0F78-43EE-AB27-3FD6663B65D3}" destId="{5480F3B9-0378-4090-ADF8-3F7A5964A75F}" srcOrd="0" destOrd="0" presId="urn:microsoft.com/office/officeart/2005/8/layout/process1"/>
    <dgm:cxn modelId="{0B1F8092-0CF8-4070-8674-FFF74D746F46}" srcId="{9A3762A6-56F7-419A-844B-4B22AD2FD17A}" destId="{39723459-0F78-43EE-AB27-3FD6663B65D3}" srcOrd="4" destOrd="0" parTransId="{1F5F55B5-6318-4243-8355-01CD3D213E08}" sibTransId="{AC14815D-FF7D-440D-BD9F-3E8E604B7F3A}"/>
    <dgm:cxn modelId="{7D61AD98-A800-4706-8D3F-D40DEAC1A758}" type="presOf" srcId="{9A3762A6-56F7-419A-844B-4B22AD2FD17A}" destId="{15F5E330-EA4C-4066-8B2F-41A2A01474AA}" srcOrd="0" destOrd="0" presId="urn:microsoft.com/office/officeart/2005/8/layout/process1"/>
    <dgm:cxn modelId="{81FF92A0-2E1E-48A1-A0FC-22E41801F441}" srcId="{9A3762A6-56F7-419A-844B-4B22AD2FD17A}" destId="{007FC4D3-B92F-488A-BD51-912C3E259C7D}" srcOrd="0" destOrd="0" parTransId="{430E6996-8BC9-456E-9628-88F3D582D52A}" sibTransId="{C289E553-4A2D-4647-BAD2-C0681FA78237}"/>
    <dgm:cxn modelId="{D0B3C7C3-174B-43A3-8FDF-630E7C08D34F}" type="presOf" srcId="{AD81074F-AF68-4E62-A410-550A70BE1A59}" destId="{20AFA0BC-85BA-43E6-827B-FD85A0F38537}" srcOrd="0" destOrd="0" presId="urn:microsoft.com/office/officeart/2005/8/layout/process1"/>
    <dgm:cxn modelId="{08062AD7-558B-4669-B214-081CCD9E719B}" type="presOf" srcId="{1225B8CD-A889-43B7-AFBF-100D94A75727}" destId="{9D85C985-51AD-48BA-9387-21ACFB31FA24}" srcOrd="0" destOrd="0" presId="urn:microsoft.com/office/officeart/2005/8/layout/process1"/>
    <dgm:cxn modelId="{6B6402E0-68EB-4036-86BA-2789B4FFB968}" type="presOf" srcId="{98EB2B56-3488-4CA5-AAE9-BEE7480433D6}" destId="{8D775D33-1853-4506-97D4-00756D1A8CC5}" srcOrd="1" destOrd="0" presId="urn:microsoft.com/office/officeart/2005/8/layout/process1"/>
    <dgm:cxn modelId="{CB3073E1-A494-47C7-89D3-A44BC2F88D94}" srcId="{9A3762A6-56F7-419A-844B-4B22AD2FD17A}" destId="{97FA249E-B046-44C1-ADBB-77F5BA8F9C36}" srcOrd="1" destOrd="0" parTransId="{8D59CE76-7D4C-4704-98C7-89ED6992FE14}" sibTransId="{AD81074F-AF68-4E62-A410-550A70BE1A59}"/>
    <dgm:cxn modelId="{7B2ED8E3-E7E3-49C9-A0DA-66A94DE8942F}" type="presOf" srcId="{1225B8CD-A889-43B7-AFBF-100D94A75727}" destId="{86940E77-066C-4B4D-B2B2-87AB2DE4F917}" srcOrd="1" destOrd="0" presId="urn:microsoft.com/office/officeart/2005/8/layout/process1"/>
    <dgm:cxn modelId="{061F5AFF-35CC-4E7A-B0C7-1384A3851154}" type="presOf" srcId="{17441E1C-DA6C-47E9-92A4-DDFB6962AA6D}" destId="{FBDCEECE-3D9E-4649-A8AE-19210D715B21}" srcOrd="0" destOrd="0" presId="urn:microsoft.com/office/officeart/2005/8/layout/process1"/>
    <dgm:cxn modelId="{BCA97BEE-59A3-4E4A-A4ED-DFAA92EFA9E4}" type="presParOf" srcId="{15F5E330-EA4C-4066-8B2F-41A2A01474AA}" destId="{0811E528-517E-4A39-A158-F106E844C663}" srcOrd="0" destOrd="0" presId="urn:microsoft.com/office/officeart/2005/8/layout/process1"/>
    <dgm:cxn modelId="{3CD2AF3B-529A-4315-9253-B550871330B4}" type="presParOf" srcId="{15F5E330-EA4C-4066-8B2F-41A2A01474AA}" destId="{B4838DAF-9D95-451D-922E-404DBD11E248}" srcOrd="1" destOrd="0" presId="urn:microsoft.com/office/officeart/2005/8/layout/process1"/>
    <dgm:cxn modelId="{851E0E69-9BAE-4AF1-B77C-33E2B8185050}" type="presParOf" srcId="{B4838DAF-9D95-451D-922E-404DBD11E248}" destId="{91AC34C1-EEF3-425F-AD43-FBA4254C7C52}" srcOrd="0" destOrd="0" presId="urn:microsoft.com/office/officeart/2005/8/layout/process1"/>
    <dgm:cxn modelId="{D7D515B0-26AD-4054-8A85-00ECEC173D76}" type="presParOf" srcId="{15F5E330-EA4C-4066-8B2F-41A2A01474AA}" destId="{59F2C195-2C44-4D8D-ABC6-E1FFC478B6EB}" srcOrd="2" destOrd="0" presId="urn:microsoft.com/office/officeart/2005/8/layout/process1"/>
    <dgm:cxn modelId="{3D876794-092C-495F-9EE7-8727F5E749C2}" type="presParOf" srcId="{15F5E330-EA4C-4066-8B2F-41A2A01474AA}" destId="{20AFA0BC-85BA-43E6-827B-FD85A0F38537}" srcOrd="3" destOrd="0" presId="urn:microsoft.com/office/officeart/2005/8/layout/process1"/>
    <dgm:cxn modelId="{F17B1B1A-9FEE-46C6-BA9A-7C766B90F90D}" type="presParOf" srcId="{20AFA0BC-85BA-43E6-827B-FD85A0F38537}" destId="{6B0E68DC-CFA7-4EE3-85B5-87CAF768CAED}" srcOrd="0" destOrd="0" presId="urn:microsoft.com/office/officeart/2005/8/layout/process1"/>
    <dgm:cxn modelId="{6AA3FBED-AB04-4A10-9782-8B14ECCBD958}" type="presParOf" srcId="{15F5E330-EA4C-4066-8B2F-41A2A01474AA}" destId="{FBDCEECE-3D9E-4649-A8AE-19210D715B21}" srcOrd="4" destOrd="0" presId="urn:microsoft.com/office/officeart/2005/8/layout/process1"/>
    <dgm:cxn modelId="{B24F5E38-F4BF-4FC4-8579-6A3AA0F6D822}" type="presParOf" srcId="{15F5E330-EA4C-4066-8B2F-41A2A01474AA}" destId="{B9EFC7B8-7148-4109-8A67-21B63DFCD88F}" srcOrd="5" destOrd="0" presId="urn:microsoft.com/office/officeart/2005/8/layout/process1"/>
    <dgm:cxn modelId="{B23F23D7-951B-4E53-AD0F-2B104D301FA3}" type="presParOf" srcId="{B9EFC7B8-7148-4109-8A67-21B63DFCD88F}" destId="{8D775D33-1853-4506-97D4-00756D1A8CC5}" srcOrd="0" destOrd="0" presId="urn:microsoft.com/office/officeart/2005/8/layout/process1"/>
    <dgm:cxn modelId="{B8183507-90CC-4867-88E9-D22F407FCFF3}" type="presParOf" srcId="{15F5E330-EA4C-4066-8B2F-41A2A01474AA}" destId="{77B7AC30-C25E-432D-89DE-16BDD95038A8}" srcOrd="6" destOrd="0" presId="urn:microsoft.com/office/officeart/2005/8/layout/process1"/>
    <dgm:cxn modelId="{AF238687-15CE-4C25-92DC-32164248EF55}" type="presParOf" srcId="{15F5E330-EA4C-4066-8B2F-41A2A01474AA}" destId="{9D85C985-51AD-48BA-9387-21ACFB31FA24}" srcOrd="7" destOrd="0" presId="urn:microsoft.com/office/officeart/2005/8/layout/process1"/>
    <dgm:cxn modelId="{263EBF7F-0E28-4537-B397-444758EF2533}" type="presParOf" srcId="{9D85C985-51AD-48BA-9387-21ACFB31FA24}" destId="{86940E77-066C-4B4D-B2B2-87AB2DE4F917}" srcOrd="0" destOrd="0" presId="urn:microsoft.com/office/officeart/2005/8/layout/process1"/>
    <dgm:cxn modelId="{F7209F45-9D95-4CD7-B5B3-A2DDDFCB6EEC}" type="presParOf" srcId="{15F5E330-EA4C-4066-8B2F-41A2A01474AA}" destId="{5480F3B9-0378-4090-ADF8-3F7A5964A75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1E528-517E-4A39-A158-F106E844C663}">
      <dsp:nvSpPr>
        <dsp:cNvPr id="0" name=""/>
        <dsp:cNvSpPr/>
      </dsp:nvSpPr>
      <dsp:spPr>
        <a:xfrm>
          <a:off x="3510" y="0"/>
          <a:ext cx="1534832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작성 중인 게시글  </a:t>
          </a:r>
          <a:endParaRPr lang="en-US" altLang="ko-KR" sz="1100" kern="1200" dirty="0"/>
        </a:p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내용 감지</a:t>
          </a:r>
        </a:p>
      </dsp:txBody>
      <dsp:txXfrm>
        <a:off x="22491" y="18981"/>
        <a:ext cx="1496870" cy="610110"/>
      </dsp:txXfrm>
    </dsp:sp>
    <dsp:sp modelId="{B4838DAF-9D95-451D-922E-404DBD11E248}">
      <dsp:nvSpPr>
        <dsp:cNvPr id="0" name=""/>
        <dsp:cNvSpPr/>
      </dsp:nvSpPr>
      <dsp:spPr>
        <a:xfrm>
          <a:off x="1691826" y="133717"/>
          <a:ext cx="325384" cy="3806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1691826" y="209845"/>
        <a:ext cx="227769" cy="228382"/>
      </dsp:txXfrm>
    </dsp:sp>
    <dsp:sp modelId="{59F2C195-2C44-4D8D-ABC6-E1FFC478B6EB}">
      <dsp:nvSpPr>
        <dsp:cNvPr id="0" name=""/>
        <dsp:cNvSpPr/>
      </dsp:nvSpPr>
      <dsp:spPr>
        <a:xfrm>
          <a:off x="2152275" y="0"/>
          <a:ext cx="1534832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/>
            <a:t>형태소 분석</a:t>
          </a:r>
          <a:endParaRPr lang="ko-KR" altLang="en-US" sz="1100" kern="1200" dirty="0"/>
        </a:p>
      </dsp:txBody>
      <dsp:txXfrm>
        <a:off x="2171256" y="18981"/>
        <a:ext cx="1496870" cy="610110"/>
      </dsp:txXfrm>
    </dsp:sp>
    <dsp:sp modelId="{20AFA0BC-85BA-43E6-827B-FD85A0F38537}">
      <dsp:nvSpPr>
        <dsp:cNvPr id="0" name=""/>
        <dsp:cNvSpPr/>
      </dsp:nvSpPr>
      <dsp:spPr>
        <a:xfrm>
          <a:off x="3840591" y="133717"/>
          <a:ext cx="325384" cy="3806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3840591" y="209845"/>
        <a:ext cx="227769" cy="228382"/>
      </dsp:txXfrm>
    </dsp:sp>
    <dsp:sp modelId="{FBDCEECE-3D9E-4649-A8AE-19210D715B21}">
      <dsp:nvSpPr>
        <dsp:cNvPr id="0" name=""/>
        <dsp:cNvSpPr/>
      </dsp:nvSpPr>
      <dsp:spPr>
        <a:xfrm>
          <a:off x="4301041" y="0"/>
          <a:ext cx="1534832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사용 빈도 높은     </a:t>
          </a:r>
          <a:endParaRPr lang="en-US" altLang="ko-KR" sz="1100" kern="1200" dirty="0"/>
        </a:p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키워드 추출</a:t>
          </a:r>
        </a:p>
      </dsp:txBody>
      <dsp:txXfrm>
        <a:off x="4320022" y="18981"/>
        <a:ext cx="1496870" cy="610110"/>
      </dsp:txXfrm>
    </dsp:sp>
    <dsp:sp modelId="{B9EFC7B8-7148-4109-8A67-21B63DFCD88F}">
      <dsp:nvSpPr>
        <dsp:cNvPr id="0" name=""/>
        <dsp:cNvSpPr/>
      </dsp:nvSpPr>
      <dsp:spPr>
        <a:xfrm>
          <a:off x="5989357" y="133717"/>
          <a:ext cx="325384" cy="3806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5989357" y="209845"/>
        <a:ext cx="227769" cy="228382"/>
      </dsp:txXfrm>
    </dsp:sp>
    <dsp:sp modelId="{77B7AC30-C25E-432D-89DE-16BDD95038A8}">
      <dsp:nvSpPr>
        <dsp:cNvPr id="0" name=""/>
        <dsp:cNvSpPr/>
      </dsp:nvSpPr>
      <dsp:spPr>
        <a:xfrm>
          <a:off x="6449807" y="0"/>
          <a:ext cx="1534832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글쓰기 </a:t>
          </a:r>
          <a:r>
            <a:rPr lang="en-US" altLang="ko-KR" sz="1100" kern="1200" dirty="0"/>
            <a:t>UI </a:t>
          </a:r>
          <a:r>
            <a:rPr lang="ko-KR" altLang="en-US" sz="1100" kern="1200" dirty="0"/>
            <a:t>하단에 </a:t>
          </a:r>
          <a:endParaRPr lang="en-US" altLang="ko-KR" sz="1100" kern="1200" dirty="0"/>
        </a:p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추천 태그 출력</a:t>
          </a:r>
        </a:p>
      </dsp:txBody>
      <dsp:txXfrm>
        <a:off x="6468788" y="18981"/>
        <a:ext cx="1496870" cy="610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1E528-517E-4A39-A158-F106E844C663}">
      <dsp:nvSpPr>
        <dsp:cNvPr id="0" name=""/>
        <dsp:cNvSpPr/>
      </dsp:nvSpPr>
      <dsp:spPr>
        <a:xfrm>
          <a:off x="4983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50" kern="1200" dirty="0"/>
            <a:t>게시글 작성 완료 버튼</a:t>
          </a:r>
          <a:endParaRPr lang="en-US" altLang="ko-KR" sz="1050" kern="1200" dirty="0"/>
        </a:p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50" kern="1200" dirty="0"/>
            <a:t> 클릭</a:t>
          </a:r>
        </a:p>
      </dsp:txBody>
      <dsp:txXfrm>
        <a:off x="23964" y="18981"/>
        <a:ext cx="1507041" cy="610110"/>
      </dsp:txXfrm>
    </dsp:sp>
    <dsp:sp modelId="{B4838DAF-9D95-451D-922E-404DBD11E248}">
      <dsp:nvSpPr>
        <dsp:cNvPr id="0" name=""/>
        <dsp:cNvSpPr/>
      </dsp:nvSpPr>
      <dsp:spPr>
        <a:xfrm>
          <a:off x="1704488" y="132456"/>
          <a:ext cx="327540" cy="383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1704488" y="209088"/>
        <a:ext cx="229278" cy="229896"/>
      </dsp:txXfrm>
    </dsp:sp>
    <dsp:sp modelId="{59F2C195-2C44-4D8D-ABC6-E1FFC478B6EB}">
      <dsp:nvSpPr>
        <dsp:cNvPr id="0" name=""/>
        <dsp:cNvSpPr/>
      </dsp:nvSpPr>
      <dsp:spPr>
        <a:xfrm>
          <a:off x="2167989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50" kern="1200" dirty="0"/>
            <a:t>DB</a:t>
          </a:r>
          <a:r>
            <a:rPr lang="ko-KR" altLang="en-US" sz="1050" kern="1200" dirty="0"/>
            <a:t>에 정보 저장 </a:t>
          </a:r>
          <a:endParaRPr lang="en-US" altLang="ko-KR" sz="1050" kern="1200" dirty="0"/>
        </a:p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50" kern="1200" dirty="0"/>
            <a:t>&amp; </a:t>
          </a:r>
          <a:r>
            <a:rPr lang="ko-KR" altLang="en-US" sz="1050" kern="1200" dirty="0"/>
            <a:t>기존 게시글 조회</a:t>
          </a:r>
        </a:p>
      </dsp:txBody>
      <dsp:txXfrm>
        <a:off x="2186970" y="18981"/>
        <a:ext cx="1507041" cy="610110"/>
      </dsp:txXfrm>
    </dsp:sp>
    <dsp:sp modelId="{20AFA0BC-85BA-43E6-827B-FD85A0F38537}">
      <dsp:nvSpPr>
        <dsp:cNvPr id="0" name=""/>
        <dsp:cNvSpPr/>
      </dsp:nvSpPr>
      <dsp:spPr>
        <a:xfrm>
          <a:off x="3867493" y="132456"/>
          <a:ext cx="327540" cy="383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3867493" y="209088"/>
        <a:ext cx="229278" cy="229896"/>
      </dsp:txXfrm>
    </dsp:sp>
    <dsp:sp modelId="{FBDCEECE-3D9E-4649-A8AE-19210D715B21}">
      <dsp:nvSpPr>
        <dsp:cNvPr id="0" name=""/>
        <dsp:cNvSpPr/>
      </dsp:nvSpPr>
      <dsp:spPr>
        <a:xfrm>
          <a:off x="4330995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50" kern="1200" dirty="0"/>
            <a:t>새 글과 기존 글의 </a:t>
          </a:r>
          <a:endParaRPr lang="en-US" altLang="ko-KR" sz="1050" kern="1200" dirty="0"/>
        </a:p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50" kern="1200" dirty="0"/>
            <a:t>유사도 측정</a:t>
          </a:r>
        </a:p>
      </dsp:txBody>
      <dsp:txXfrm>
        <a:off x="4349976" y="18981"/>
        <a:ext cx="1507041" cy="610110"/>
      </dsp:txXfrm>
    </dsp:sp>
    <dsp:sp modelId="{B9EFC7B8-7148-4109-8A67-21B63DFCD88F}">
      <dsp:nvSpPr>
        <dsp:cNvPr id="0" name=""/>
        <dsp:cNvSpPr/>
      </dsp:nvSpPr>
      <dsp:spPr>
        <a:xfrm>
          <a:off x="6030499" y="132456"/>
          <a:ext cx="327540" cy="383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6030499" y="209088"/>
        <a:ext cx="229278" cy="229896"/>
      </dsp:txXfrm>
    </dsp:sp>
    <dsp:sp modelId="{77B7AC30-C25E-432D-89DE-16BDD95038A8}">
      <dsp:nvSpPr>
        <dsp:cNvPr id="0" name=""/>
        <dsp:cNvSpPr/>
      </dsp:nvSpPr>
      <dsp:spPr>
        <a:xfrm>
          <a:off x="6494000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50" kern="1200" dirty="0"/>
            <a:t>유사도 상위 </a:t>
          </a:r>
          <a:r>
            <a:rPr lang="en-US" altLang="ko-KR" sz="1050" kern="1200" dirty="0"/>
            <a:t>10</a:t>
          </a:r>
          <a:r>
            <a:rPr lang="ko-KR" altLang="en-US" sz="1050" kern="1200" dirty="0"/>
            <a:t>개 정보</a:t>
          </a:r>
          <a:endParaRPr lang="en-US" altLang="ko-KR" sz="1050" kern="1200" dirty="0"/>
        </a:p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50" kern="1200" dirty="0"/>
            <a:t> </a:t>
          </a:r>
          <a:r>
            <a:rPr lang="en-US" altLang="ko-KR" sz="1050" kern="1200" dirty="0"/>
            <a:t>DB</a:t>
          </a:r>
          <a:r>
            <a:rPr lang="ko-KR" altLang="en-US" sz="1050" kern="1200" dirty="0"/>
            <a:t>에 저장</a:t>
          </a:r>
        </a:p>
      </dsp:txBody>
      <dsp:txXfrm>
        <a:off x="6512981" y="18981"/>
        <a:ext cx="1507041" cy="610110"/>
      </dsp:txXfrm>
    </dsp:sp>
    <dsp:sp modelId="{E77A7946-09EE-4F90-A760-DD2231D52AB6}">
      <dsp:nvSpPr>
        <dsp:cNvPr id="0" name=""/>
        <dsp:cNvSpPr/>
      </dsp:nvSpPr>
      <dsp:spPr>
        <a:xfrm>
          <a:off x="8193504" y="132456"/>
          <a:ext cx="327540" cy="383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8193504" y="209088"/>
        <a:ext cx="229278" cy="229896"/>
      </dsp:txXfrm>
    </dsp:sp>
    <dsp:sp modelId="{EA784F35-8A81-4198-AA95-5516B05FA58C}">
      <dsp:nvSpPr>
        <dsp:cNvPr id="0" name=""/>
        <dsp:cNvSpPr/>
      </dsp:nvSpPr>
      <dsp:spPr>
        <a:xfrm>
          <a:off x="8657006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50" kern="1200" dirty="0"/>
            <a:t>유저 게시물 하단에 </a:t>
          </a:r>
          <a:endParaRPr lang="en-US" altLang="ko-KR" sz="1050" kern="1200" dirty="0"/>
        </a:p>
        <a:p>
          <a:pPr marL="0" lvl="0" indent="0" algn="ctr" defTabSz="466725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50" kern="1200" dirty="0"/>
            <a:t>유사 게시글 출력</a:t>
          </a:r>
        </a:p>
      </dsp:txBody>
      <dsp:txXfrm>
        <a:off x="8675987" y="18981"/>
        <a:ext cx="1507041" cy="6101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1E528-517E-4A39-A158-F106E844C663}">
      <dsp:nvSpPr>
        <dsp:cNvPr id="0" name=""/>
        <dsp:cNvSpPr/>
      </dsp:nvSpPr>
      <dsp:spPr>
        <a:xfrm>
          <a:off x="4983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모든 사용자</a:t>
          </a:r>
          <a:endParaRPr lang="en-US" altLang="ko-KR" sz="1000" kern="1200" dirty="0"/>
        </a:p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추천 데이터 조회</a:t>
          </a:r>
        </a:p>
      </dsp:txBody>
      <dsp:txXfrm>
        <a:off x="23964" y="18981"/>
        <a:ext cx="1507041" cy="610110"/>
      </dsp:txXfrm>
    </dsp:sp>
    <dsp:sp modelId="{B4838DAF-9D95-451D-922E-404DBD11E248}">
      <dsp:nvSpPr>
        <dsp:cNvPr id="0" name=""/>
        <dsp:cNvSpPr/>
      </dsp:nvSpPr>
      <dsp:spPr>
        <a:xfrm>
          <a:off x="1704488" y="132456"/>
          <a:ext cx="327540" cy="383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1704488" y="209088"/>
        <a:ext cx="229278" cy="229896"/>
      </dsp:txXfrm>
    </dsp:sp>
    <dsp:sp modelId="{59F2C195-2C44-4D8D-ABC6-E1FFC478B6EB}">
      <dsp:nvSpPr>
        <dsp:cNvPr id="0" name=""/>
        <dsp:cNvSpPr/>
      </dsp:nvSpPr>
      <dsp:spPr>
        <a:xfrm>
          <a:off x="2167989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행렬 형태로 변환</a:t>
          </a:r>
        </a:p>
      </dsp:txBody>
      <dsp:txXfrm>
        <a:off x="2186970" y="18981"/>
        <a:ext cx="1507041" cy="610110"/>
      </dsp:txXfrm>
    </dsp:sp>
    <dsp:sp modelId="{20AFA0BC-85BA-43E6-827B-FD85A0F38537}">
      <dsp:nvSpPr>
        <dsp:cNvPr id="0" name=""/>
        <dsp:cNvSpPr/>
      </dsp:nvSpPr>
      <dsp:spPr>
        <a:xfrm>
          <a:off x="3867493" y="132456"/>
          <a:ext cx="327540" cy="383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3867493" y="209088"/>
        <a:ext cx="229278" cy="229896"/>
      </dsp:txXfrm>
    </dsp:sp>
    <dsp:sp modelId="{FBDCEECE-3D9E-4649-A8AE-19210D715B21}">
      <dsp:nvSpPr>
        <dsp:cNvPr id="0" name=""/>
        <dsp:cNvSpPr/>
      </dsp:nvSpPr>
      <dsp:spPr>
        <a:xfrm>
          <a:off x="4330995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행렬 분해</a:t>
          </a:r>
        </a:p>
      </dsp:txBody>
      <dsp:txXfrm>
        <a:off x="4349976" y="18981"/>
        <a:ext cx="1507041" cy="610110"/>
      </dsp:txXfrm>
    </dsp:sp>
    <dsp:sp modelId="{B9EFC7B8-7148-4109-8A67-21B63DFCD88F}">
      <dsp:nvSpPr>
        <dsp:cNvPr id="0" name=""/>
        <dsp:cNvSpPr/>
      </dsp:nvSpPr>
      <dsp:spPr>
        <a:xfrm>
          <a:off x="6030499" y="132456"/>
          <a:ext cx="327540" cy="383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6030499" y="209088"/>
        <a:ext cx="229278" cy="229896"/>
      </dsp:txXfrm>
    </dsp:sp>
    <dsp:sp modelId="{77B7AC30-C25E-432D-89DE-16BDD95038A8}">
      <dsp:nvSpPr>
        <dsp:cNvPr id="0" name=""/>
        <dsp:cNvSpPr/>
      </dsp:nvSpPr>
      <dsp:spPr>
        <a:xfrm>
          <a:off x="6494000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사용자별 상위 </a:t>
          </a:r>
          <a:r>
            <a:rPr lang="en-US" altLang="ko-KR" sz="1000" kern="1200" dirty="0"/>
            <a:t>20</a:t>
          </a:r>
          <a:r>
            <a:rPr lang="ko-KR" altLang="en-US" sz="1000" kern="1200" dirty="0"/>
            <a:t>개 정보</a:t>
          </a:r>
          <a:endParaRPr lang="en-US" altLang="ko-KR" sz="1000" kern="1200" dirty="0"/>
        </a:p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 </a:t>
          </a:r>
          <a:r>
            <a:rPr lang="en-US" altLang="ko-KR" sz="1000" kern="1200" dirty="0"/>
            <a:t>DB</a:t>
          </a:r>
          <a:r>
            <a:rPr lang="ko-KR" altLang="en-US" sz="1000" kern="1200" dirty="0"/>
            <a:t>에 저장</a:t>
          </a:r>
        </a:p>
      </dsp:txBody>
      <dsp:txXfrm>
        <a:off x="6512981" y="18981"/>
        <a:ext cx="1507041" cy="610110"/>
      </dsp:txXfrm>
    </dsp:sp>
    <dsp:sp modelId="{9D85C985-51AD-48BA-9387-21ACFB31FA24}">
      <dsp:nvSpPr>
        <dsp:cNvPr id="0" name=""/>
        <dsp:cNvSpPr/>
      </dsp:nvSpPr>
      <dsp:spPr>
        <a:xfrm>
          <a:off x="8193504" y="132456"/>
          <a:ext cx="327540" cy="3831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8193504" y="209088"/>
        <a:ext cx="229278" cy="229896"/>
      </dsp:txXfrm>
    </dsp:sp>
    <dsp:sp modelId="{5480F3B9-0378-4090-ADF8-3F7A5964A75F}">
      <dsp:nvSpPr>
        <dsp:cNvPr id="0" name=""/>
        <dsp:cNvSpPr/>
      </dsp:nvSpPr>
      <dsp:spPr>
        <a:xfrm>
          <a:off x="8657006" y="0"/>
          <a:ext cx="1545003" cy="6480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유저 </a:t>
          </a:r>
          <a:r>
            <a:rPr lang="ko-KR" altLang="en-US" sz="1000" kern="1200" dirty="0" err="1"/>
            <a:t>추천글</a:t>
          </a:r>
          <a:r>
            <a:rPr lang="ko-KR" altLang="en-US" sz="1000" kern="1200" dirty="0"/>
            <a:t> 페이지에서</a:t>
          </a:r>
          <a:endParaRPr lang="en-US" altLang="ko-KR" sz="1000" kern="1200" dirty="0"/>
        </a:p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/>
            <a:t> 해당 게시글 출력</a:t>
          </a:r>
        </a:p>
      </dsp:txBody>
      <dsp:txXfrm>
        <a:off x="8675987" y="18981"/>
        <a:ext cx="1507041" cy="610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image" Target="../media/image2.svg"/><Relationship Id="rId21" Type="http://schemas.openxmlformats.org/officeDocument/2006/relationships/image" Target="../media/image33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5" Type="http://schemas.openxmlformats.org/officeDocument/2006/relationships/image" Target="../media/image37.sv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24" Type="http://schemas.openxmlformats.org/officeDocument/2006/relationships/image" Target="../media/image36.pn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23" Type="http://schemas.openxmlformats.org/officeDocument/2006/relationships/image" Target="../media/image35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2.svg"/><Relationship Id="rId3" Type="http://schemas.openxmlformats.org/officeDocument/2006/relationships/image" Target="../media/image39.png"/><Relationship Id="rId21" Type="http://schemas.openxmlformats.org/officeDocument/2006/relationships/image" Target="../media/image7.sv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1.png"/><Relationship Id="rId2" Type="http://schemas.openxmlformats.org/officeDocument/2006/relationships/image" Target="../media/image38.png"/><Relationship Id="rId16" Type="http://schemas.openxmlformats.org/officeDocument/2006/relationships/image" Target="../media/image2.sv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1.png"/><Relationship Id="rId10" Type="http://schemas.openxmlformats.org/officeDocument/2006/relationships/image" Target="../media/image46.svg"/><Relationship Id="rId19" Type="http://schemas.openxmlformats.org/officeDocument/2006/relationships/image" Target="../media/image5.pn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svg"/><Relationship Id="rId18" Type="http://schemas.openxmlformats.org/officeDocument/2006/relationships/image" Target="../media/image42.svg"/><Relationship Id="rId26" Type="http://schemas.openxmlformats.org/officeDocument/2006/relationships/image" Target="../media/image70.svg"/><Relationship Id="rId3" Type="http://schemas.openxmlformats.org/officeDocument/2006/relationships/image" Target="../media/image54.svg"/><Relationship Id="rId21" Type="http://schemas.openxmlformats.org/officeDocument/2006/relationships/image" Target="../media/image65.png"/><Relationship Id="rId7" Type="http://schemas.openxmlformats.org/officeDocument/2006/relationships/image" Target="../media/image56.svg"/><Relationship Id="rId12" Type="http://schemas.openxmlformats.org/officeDocument/2006/relationships/image" Target="../media/image61.png"/><Relationship Id="rId17" Type="http://schemas.openxmlformats.org/officeDocument/2006/relationships/image" Target="../media/image41.png"/><Relationship Id="rId25" Type="http://schemas.openxmlformats.org/officeDocument/2006/relationships/image" Target="../media/image69.png"/><Relationship Id="rId2" Type="http://schemas.openxmlformats.org/officeDocument/2006/relationships/image" Target="../media/image53.png"/><Relationship Id="rId16" Type="http://schemas.openxmlformats.org/officeDocument/2006/relationships/image" Target="../media/image7.svg"/><Relationship Id="rId20" Type="http://schemas.openxmlformats.org/officeDocument/2006/relationships/image" Target="../media/image64.svg"/><Relationship Id="rId29" Type="http://schemas.openxmlformats.org/officeDocument/2006/relationships/image" Target="../media/image7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24" Type="http://schemas.openxmlformats.org/officeDocument/2006/relationships/image" Target="../media/image68.svg"/><Relationship Id="rId5" Type="http://schemas.openxmlformats.org/officeDocument/2006/relationships/image" Target="../media/image40.svg"/><Relationship Id="rId15" Type="http://schemas.openxmlformats.org/officeDocument/2006/relationships/image" Target="../media/image6.png"/><Relationship Id="rId23" Type="http://schemas.openxmlformats.org/officeDocument/2006/relationships/image" Target="../media/image67.png"/><Relationship Id="rId28" Type="http://schemas.openxmlformats.org/officeDocument/2006/relationships/image" Target="../media/image72.svg"/><Relationship Id="rId10" Type="http://schemas.openxmlformats.org/officeDocument/2006/relationships/image" Target="../media/image59.png"/><Relationship Id="rId19" Type="http://schemas.openxmlformats.org/officeDocument/2006/relationships/image" Target="../media/image63.png"/><Relationship Id="rId4" Type="http://schemas.openxmlformats.org/officeDocument/2006/relationships/image" Target="../media/image39.png"/><Relationship Id="rId9" Type="http://schemas.openxmlformats.org/officeDocument/2006/relationships/image" Target="../media/image58.svg"/><Relationship Id="rId14" Type="http://schemas.openxmlformats.org/officeDocument/2006/relationships/image" Target="../media/image5.png"/><Relationship Id="rId22" Type="http://schemas.openxmlformats.org/officeDocument/2006/relationships/image" Target="../media/image66.svg"/><Relationship Id="rId27" Type="http://schemas.openxmlformats.org/officeDocument/2006/relationships/image" Target="../media/image71.png"/><Relationship Id="rId30" Type="http://schemas.openxmlformats.org/officeDocument/2006/relationships/image" Target="../media/image7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0.png"/><Relationship Id="rId3" Type="http://schemas.openxmlformats.org/officeDocument/2006/relationships/image" Target="../media/image54.svg"/><Relationship Id="rId7" Type="http://schemas.openxmlformats.org/officeDocument/2006/relationships/image" Target="../media/image77.svg"/><Relationship Id="rId12" Type="http://schemas.openxmlformats.org/officeDocument/2006/relationships/image" Target="../media/image79.svg"/><Relationship Id="rId2" Type="http://schemas.openxmlformats.org/officeDocument/2006/relationships/image" Target="../media/image53.png"/><Relationship Id="rId16" Type="http://schemas.openxmlformats.org/officeDocument/2006/relationships/image" Target="../media/image8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78.png"/><Relationship Id="rId5" Type="http://schemas.openxmlformats.org/officeDocument/2006/relationships/image" Target="../media/image76.svg"/><Relationship Id="rId15" Type="http://schemas.openxmlformats.org/officeDocument/2006/relationships/image" Target="../media/image82.png"/><Relationship Id="rId10" Type="http://schemas.openxmlformats.org/officeDocument/2006/relationships/image" Target="../media/image7.svg"/><Relationship Id="rId4" Type="http://schemas.openxmlformats.org/officeDocument/2006/relationships/image" Target="../media/image75.png"/><Relationship Id="rId9" Type="http://schemas.openxmlformats.org/officeDocument/2006/relationships/image" Target="../media/image6.png"/><Relationship Id="rId14" Type="http://schemas.openxmlformats.org/officeDocument/2006/relationships/image" Target="../media/image8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8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87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0.pn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89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2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91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4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93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6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95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diagramLayout" Target="../diagrams/layout1.xml"/><Relationship Id="rId18" Type="http://schemas.openxmlformats.org/officeDocument/2006/relationships/diagramLayout" Target="../diagrams/layout2.xml"/><Relationship Id="rId26" Type="http://schemas.microsoft.com/office/2007/relationships/diagramDrawing" Target="../diagrams/drawing3.xml"/><Relationship Id="rId3" Type="http://schemas.openxmlformats.org/officeDocument/2006/relationships/image" Target="../media/image54.svg"/><Relationship Id="rId21" Type="http://schemas.microsoft.com/office/2007/relationships/diagramDrawing" Target="../diagrams/drawing2.xml"/><Relationship Id="rId7" Type="http://schemas.openxmlformats.org/officeDocument/2006/relationships/image" Target="../media/image86.svg"/><Relationship Id="rId12" Type="http://schemas.openxmlformats.org/officeDocument/2006/relationships/diagramData" Target="../diagrams/data1.xml"/><Relationship Id="rId17" Type="http://schemas.openxmlformats.org/officeDocument/2006/relationships/diagramData" Target="../diagrams/data2.xml"/><Relationship Id="rId25" Type="http://schemas.openxmlformats.org/officeDocument/2006/relationships/diagramColors" Target="../diagrams/colors3.xml"/><Relationship Id="rId2" Type="http://schemas.openxmlformats.org/officeDocument/2006/relationships/image" Target="../media/image53.png"/><Relationship Id="rId16" Type="http://schemas.microsoft.com/office/2007/relationships/diagramDrawing" Target="../diagrams/drawing1.xml"/><Relationship Id="rId20" Type="http://schemas.openxmlformats.org/officeDocument/2006/relationships/diagramColors" Target="../diagrams/colors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24" Type="http://schemas.openxmlformats.org/officeDocument/2006/relationships/diagramQuickStyle" Target="../diagrams/quickStyle3.xml"/><Relationship Id="rId5" Type="http://schemas.openxmlformats.org/officeDocument/2006/relationships/image" Target="../media/image85.svg"/><Relationship Id="rId15" Type="http://schemas.openxmlformats.org/officeDocument/2006/relationships/diagramColors" Target="../diagrams/colors1.xml"/><Relationship Id="rId23" Type="http://schemas.openxmlformats.org/officeDocument/2006/relationships/diagramLayout" Target="../diagrams/layout3.xml"/><Relationship Id="rId10" Type="http://schemas.openxmlformats.org/officeDocument/2006/relationships/image" Target="../media/image7.svg"/><Relationship Id="rId19" Type="http://schemas.openxmlformats.org/officeDocument/2006/relationships/diagramQuickStyle" Target="../diagrams/quickStyle2.xml"/><Relationship Id="rId4" Type="http://schemas.openxmlformats.org/officeDocument/2006/relationships/image" Target="../media/image84.png"/><Relationship Id="rId9" Type="http://schemas.openxmlformats.org/officeDocument/2006/relationships/image" Target="../media/image6.png"/><Relationship Id="rId14" Type="http://schemas.openxmlformats.org/officeDocument/2006/relationships/diagramQuickStyle" Target="../diagrams/quickStyle1.xml"/><Relationship Id="rId22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97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54.svg"/><Relationship Id="rId7" Type="http://schemas.openxmlformats.org/officeDocument/2006/relationships/image" Target="../media/image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9.jpg"/><Relationship Id="rId5" Type="http://schemas.openxmlformats.org/officeDocument/2006/relationships/image" Target="../media/image85.svg"/><Relationship Id="rId10" Type="http://schemas.openxmlformats.org/officeDocument/2006/relationships/image" Target="../media/image98.jpg"/><Relationship Id="rId4" Type="http://schemas.openxmlformats.org/officeDocument/2006/relationships/image" Target="../media/image84.png"/><Relationship Id="rId9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1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100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3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102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5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104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Relationship Id="rId14" Type="http://schemas.openxmlformats.org/officeDocument/2006/relationships/image" Target="../media/image106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8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107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0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109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2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111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4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113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6.jpg"/><Relationship Id="rId3" Type="http://schemas.openxmlformats.org/officeDocument/2006/relationships/image" Target="../media/image54.svg"/><Relationship Id="rId7" Type="http://schemas.openxmlformats.org/officeDocument/2006/relationships/image" Target="../media/image86.svg"/><Relationship Id="rId12" Type="http://schemas.openxmlformats.org/officeDocument/2006/relationships/image" Target="../media/image115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11" Type="http://schemas.openxmlformats.org/officeDocument/2006/relationships/image" Target="../media/image38.png"/><Relationship Id="rId5" Type="http://schemas.openxmlformats.org/officeDocument/2006/relationships/image" Target="../media/image85.svg"/><Relationship Id="rId10" Type="http://schemas.openxmlformats.org/officeDocument/2006/relationships/image" Target="../media/image7.svg"/><Relationship Id="rId4" Type="http://schemas.openxmlformats.org/officeDocument/2006/relationships/image" Target="../media/image84.png"/><Relationship Id="rId9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svg"/><Relationship Id="rId3" Type="http://schemas.openxmlformats.org/officeDocument/2006/relationships/image" Target="../media/image118.svg"/><Relationship Id="rId7" Type="http://schemas.openxmlformats.org/officeDocument/2006/relationships/image" Target="../media/image121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7.svg"/><Relationship Id="rId5" Type="http://schemas.openxmlformats.org/officeDocument/2006/relationships/image" Target="../media/image120.svg"/><Relationship Id="rId10" Type="http://schemas.openxmlformats.org/officeDocument/2006/relationships/image" Target="../media/image6.png"/><Relationship Id="rId4" Type="http://schemas.openxmlformats.org/officeDocument/2006/relationships/image" Target="../media/image119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47213" y="1370504"/>
            <a:ext cx="5158567" cy="2347449"/>
            <a:chOff x="6747213" y="1370504"/>
            <a:chExt cx="5158567" cy="234744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9" y="1370504"/>
              <a:ext cx="262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5158567" cy="1908215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6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Real-Time</a:t>
              </a:r>
              <a:br>
                <a:rPr lang="en-US" altLang="ko-KR" sz="4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실시간 사용자 참여형 지능형 커뮤니티 서비스</a:t>
              </a:r>
              <a:r>
                <a:rPr lang="en-US" altLang="ko-KR" sz="3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325" y="2615573"/>
            <a:ext cx="3935463" cy="4308106"/>
            <a:chOff x="1277325" y="2007854"/>
            <a:chExt cx="4490615" cy="4915825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399437" y="2007854"/>
              <a:ext cx="869869" cy="1517209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694275" y="2486388"/>
              <a:ext cx="409589" cy="11736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869326" y="2654289"/>
              <a:ext cx="346934" cy="509420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930252" y="2911762"/>
              <a:ext cx="227778" cy="106897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751239" y="2385236"/>
              <a:ext cx="130142" cy="200121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935483" y="2779644"/>
              <a:ext cx="332646" cy="131363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761149" y="2243807"/>
              <a:ext cx="964871" cy="1405376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5117025" y="2668734"/>
              <a:ext cx="297244" cy="452344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256178" y="3096686"/>
              <a:ext cx="1954614" cy="2421561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853820" y="2140666"/>
              <a:ext cx="1165484" cy="109106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256200" y="2450049"/>
              <a:ext cx="878287" cy="1024997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826690" y="2545507"/>
              <a:ext cx="192761" cy="10141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3069324" y="2705091"/>
              <a:ext cx="71309" cy="205147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391100" y="2698372"/>
              <a:ext cx="252379" cy="237052"/>
              <a:chOff x="2391100" y="2698372"/>
              <a:chExt cx="252379" cy="237052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391100" y="2698372"/>
                <a:ext cx="252379" cy="237052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426626" y="2720269"/>
                <a:ext cx="155504" cy="73160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757573" y="3251676"/>
              <a:ext cx="149229" cy="59314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961364" y="2868949"/>
              <a:ext cx="150128" cy="129424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325" y="3260996"/>
              <a:ext cx="4490615" cy="3662683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892804" y="3484975"/>
              <a:ext cx="1487705" cy="96048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4328758" y="4393594"/>
              <a:ext cx="206298" cy="78503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3151249" y="4916128"/>
              <a:ext cx="845506" cy="684799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765605" y="2745874"/>
              <a:ext cx="173751" cy="173751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742589" y="2179680"/>
              <a:ext cx="540646" cy="540646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111150" y="3334883"/>
              <a:ext cx="1007652" cy="225577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5091293" y="2675423"/>
              <a:ext cx="303279" cy="424648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5179146" y="2869048"/>
              <a:ext cx="102912" cy="111752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965477" y="3339616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5467837" y="3475970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938797" y="2667673"/>
              <a:ext cx="51444" cy="67526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22342" cy="1161737"/>
            <a:chOff x="6768048" y="3882051"/>
            <a:chExt cx="5222342" cy="1161737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1015663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A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백인기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6598" y="5136731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1818"/>
          <a:stretch/>
        </p:blipFill>
        <p:spPr>
          <a:xfrm>
            <a:off x="45945" y="3370103"/>
            <a:ext cx="3592516" cy="344619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66930" cy="1224702"/>
            <a:chOff x="870882" y="519237"/>
            <a:chExt cx="2266930" cy="122470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600" y="912942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5255150" cy="789154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8" y="3175385"/>
            <a:ext cx="4701761" cy="789154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948861" cy="789154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850335" cy="789154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27328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10572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주제 및 선정 배경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활동 정보를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실시간으로 반영해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맞춤형 편의성을 제공하는 웹 서비스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사용자의 좋아요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(Like),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구독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(Subscribe)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데이터를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바탕으로 개인화된 시스템 구현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39987" y="2373418"/>
            <a:ext cx="2138962" cy="3803725"/>
            <a:chOff x="5049885" y="2373418"/>
            <a:chExt cx="2138962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개발언어 및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개발도구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49885" y="4269414"/>
              <a:ext cx="2122307" cy="17004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개발언어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Python 3.12.7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HTML, CSS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JavaScript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5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en-US" altLang="ko-KR" sz="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개발도구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ANACONDA Spyder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Visual Studio Code</a:t>
              </a: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활용방안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15142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수집된 사용자 활동 정보를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활용하여 개인 맞춤형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광고 서비스 제공 가능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DB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데이터가 추가됨에 따라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추천 서비스 정확도 증가 및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시스템 심화 기대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432CD52-22DA-4A5E-A9E8-A3E9EBDF9174}"/>
              </a:ext>
            </a:extLst>
          </p:cNvPr>
          <p:cNvGrpSpPr/>
          <p:nvPr/>
        </p:nvGrpSpPr>
        <p:grpSpPr>
          <a:xfrm>
            <a:off x="7313545" y="2371321"/>
            <a:ext cx="2144009" cy="3803725"/>
            <a:chOff x="2784169" y="2373418"/>
            <a:chExt cx="2144009" cy="3803725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5654686A-A2BD-4FC5-8FE0-7BA7C10E2C45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30" name="사각형: 둥근 위쪽 모서리 129">
                <a:extLst>
                  <a:ext uri="{FF2B5EF4-FFF2-40B4-BE49-F238E27FC236}">
                    <a16:creationId xmlns:a16="http://schemas.microsoft.com/office/drawing/2014/main" id="{CC059BDE-0661-420A-8936-9291F2981387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354F3C2F-2672-4EBE-A9E9-11F527EE5100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28EA126-2DBD-4AE1-85DB-794D71389AE9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124" name="육각형 123">
                <a:extLst>
                  <a:ext uri="{FF2B5EF4-FFF2-40B4-BE49-F238E27FC236}">
                    <a16:creationId xmlns:a16="http://schemas.microsoft.com/office/drawing/2014/main" id="{18640692-A837-4E19-9EE9-0331F3FF3F35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5" name="자유형: 도형 124">
                <a:extLst>
                  <a:ext uri="{FF2B5EF4-FFF2-40B4-BE49-F238E27FC236}">
                    <a16:creationId xmlns:a16="http://schemas.microsoft.com/office/drawing/2014/main" id="{945D01A6-E6AB-43BB-AA12-F5AE34303BB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697C60D9-2623-48C1-A6DB-E68987EAE042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5020A66-FC0F-41D2-91AC-7B99F859795E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개발환경 및 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기술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759ED90-54D6-42EC-AC1C-383247954980}"/>
                </a:ext>
              </a:extLst>
            </p:cNvPr>
            <p:cNvSpPr txBox="1"/>
            <p:nvPr/>
          </p:nvSpPr>
          <p:spPr>
            <a:xfrm>
              <a:off x="2805871" y="4271511"/>
              <a:ext cx="2122307" cy="1666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개발환경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Flask 3.0.3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MySQL 8.0.41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Windows 10 Pro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5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en-US" altLang="ko-KR" sz="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기술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selenium, bs4, </a:t>
              </a: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pymysql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Okt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sklearn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607ABA6-A0D8-429E-ABBD-613020E53D5E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725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7167300"/>
              </p:ext>
            </p:extLst>
          </p:nvPr>
        </p:nvGraphicFramePr>
        <p:xfrm>
          <a:off x="524528" y="1567395"/>
          <a:ext cx="11218265" cy="4178624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786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900000">
                <a:tc rowSpan="3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백인기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20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9000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박진용 </a:t>
                      </a:r>
                      <a:endParaRPr kumimoji="0" lang="en-US" altLang="ko-KR" sz="20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20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㈜</a:t>
                      </a:r>
                      <a:r>
                        <a:rPr kumimoji="0" lang="en-US" altLang="ko-KR" sz="20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Userinsight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2406593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웹페이지 설계 및 구현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2406593"/>
            <a:ext cx="291957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구현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6" y="3296437"/>
            <a:ext cx="2919579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및 </a:t>
              </a:r>
              <a:r>
                <a:rPr lang="ko-KR" altLang="en-US" sz="14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전처리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r="4407" b="11555"/>
          <a:stretch/>
        </p:blipFill>
        <p:spPr>
          <a:xfrm>
            <a:off x="10092346" y="4828596"/>
            <a:ext cx="2099654" cy="1557498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941BE5AD-F2CD-496D-885E-C6CA55E86F20}"/>
              </a:ext>
            </a:extLst>
          </p:cNvPr>
          <p:cNvGrpSpPr/>
          <p:nvPr/>
        </p:nvGrpSpPr>
        <p:grpSpPr>
          <a:xfrm>
            <a:off x="4526880" y="4220951"/>
            <a:ext cx="2713128" cy="358635"/>
            <a:chOff x="4525872" y="5045671"/>
            <a:chExt cx="2713128" cy="358635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393B8E8E-74FC-4592-87BB-FCC5100C459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E83BD97A-F78D-47AC-9FB8-322104DFDBCD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037ED30-2810-4AE4-B0F5-4969E03E0A6B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문서 작성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58" name="그래픽 57" descr="문서 단색으로 채워진">
              <a:extLst>
                <a:ext uri="{FF2B5EF4-FFF2-40B4-BE49-F238E27FC236}">
                  <a16:creationId xmlns:a16="http://schemas.microsoft.com/office/drawing/2014/main" id="{49FAD111-7788-404F-BA25-A871BBDCB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rcRect/>
            <a:stretch/>
          </p:blipFill>
          <p:spPr>
            <a:xfrm>
              <a:off x="4611723" y="5120407"/>
              <a:ext cx="201488" cy="201488"/>
            </a:xfrm>
            <a:prstGeom prst="rect">
              <a:avLst/>
            </a:prstGeom>
          </p:spPr>
        </p:pic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698D731-3AE6-46B5-B48C-1A3E47F461A4}"/>
              </a:ext>
            </a:extLst>
          </p:cNvPr>
          <p:cNvGrpSpPr/>
          <p:nvPr/>
        </p:nvGrpSpPr>
        <p:grpSpPr>
          <a:xfrm>
            <a:off x="7579407" y="4217140"/>
            <a:ext cx="2919579" cy="358635"/>
            <a:chOff x="7579407" y="5045671"/>
            <a:chExt cx="2713128" cy="358635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288937D7-3156-4BA5-9403-BE79BED5803E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1E8B2A8-0670-4410-81AD-571332C65604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16C0838-B174-4190-BAC6-CF5E742385B4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모델링 및 시각화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68" name="그래픽 67">
              <a:extLst>
                <a:ext uri="{FF2B5EF4-FFF2-40B4-BE49-F238E27FC236}">
                  <a16:creationId xmlns:a16="http://schemas.microsoft.com/office/drawing/2014/main" id="{7BDEA97D-E45A-4CC5-85DA-94916534F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C86C5AF-2C2B-4DA0-990C-117ECC1FF5D6}"/>
              </a:ext>
            </a:extLst>
          </p:cNvPr>
          <p:cNvGrpSpPr/>
          <p:nvPr/>
        </p:nvGrpSpPr>
        <p:grpSpPr>
          <a:xfrm>
            <a:off x="4525872" y="5111287"/>
            <a:ext cx="4350872" cy="358635"/>
            <a:chOff x="4525872" y="5811259"/>
            <a:chExt cx="4350872" cy="358635"/>
          </a:xfrm>
        </p:grpSpPr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EA5FEF13-0F57-40F0-BD9A-B857A81C516A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FBC8B7F7-9D1C-4BD0-A4F6-ECCC48211C94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6B17A11-E9DE-4731-BD78-DCAB5B4E1A69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주제 선정 피드백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 질의응답</a:t>
              </a:r>
              <a:endPara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F46392F3-D47E-4D2E-8C79-08C160195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B472353D-9D1F-4432-AFD6-C8F6A849CFB0}"/>
              </a:ext>
            </a:extLst>
          </p:cNvPr>
          <p:cNvGrpSpPr/>
          <p:nvPr/>
        </p:nvGrpSpPr>
        <p:grpSpPr>
          <a:xfrm>
            <a:off x="4525872" y="3324721"/>
            <a:ext cx="2713128" cy="358635"/>
            <a:chOff x="4525872" y="3492488"/>
            <a:chExt cx="2713128" cy="358635"/>
          </a:xfrm>
        </p:grpSpPr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C11A91EA-93B4-4BE4-94A3-D423A70D58D4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CF1635A-A676-4E8B-8428-E504FBF34840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82" name="그래픽 81" descr="데이터베이스 단색으로 채워진">
              <a:extLst>
                <a:ext uri="{FF2B5EF4-FFF2-40B4-BE49-F238E27FC236}">
                  <a16:creationId xmlns:a16="http://schemas.microsoft.com/office/drawing/2014/main" id="{CF4DF420-3D49-4297-8CD4-E93EFB36E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rcRect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721A650-A39A-4B30-8349-767EADC6AAD9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DB </a:t>
              </a:r>
              <a:r>
                <a:rPr lang="ko-KR" altLang="en-US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설계 </a:t>
              </a:r>
              <a:r>
                <a:rPr lang="en-US" altLang="ko-KR" sz="1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09454"/>
              </p:ext>
            </p:extLst>
          </p:nvPr>
        </p:nvGraphicFramePr>
        <p:xfrm>
          <a:off x="458713" y="1503755"/>
          <a:ext cx="11218265" cy="4449515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46529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6428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사전 기획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05/28(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5/29(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목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6428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화면 구현 </a:t>
                      </a: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&amp;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서류 작성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05/30(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06/O5(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목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Pixso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en-US" altLang="ko-KR" sz="1400" i="0" u="none" strike="noStrike" kern="1200" cap="none" spc="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VSCode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en-US" altLang="ko-KR" sz="1400" i="0" u="none" strike="noStrike" kern="1200" cap="none" spc="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StarUML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64282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O6/O9(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O6/13(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카테고리 별 게시글 </a:t>
                      </a:r>
                      <a:r>
                        <a:rPr kumimoji="0" lang="ko-KR" altLang="en-US" sz="1400" i="0" u="none" strike="noStrike" kern="1200" cap="none" spc="0" normalizeH="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크롤링</a:t>
                      </a: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642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서비스 구축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O6/16(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O6/25(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TF-IDF,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코사인 유사도 활용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6428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검토 및 버그수정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O6/26(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목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O6/26(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목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최적화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503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O5/28(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O6/26(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b="44800"/>
          <a:stretch/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26373" y="2124946"/>
            <a:ext cx="2456768" cy="326913"/>
            <a:chOff x="4574111" y="3307757"/>
            <a:chExt cx="2456768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프로젝트 기획 및 주제 선정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35999" y="2124946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993045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기획안 작성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08296" y="2757127"/>
            <a:ext cx="2474845" cy="326913"/>
            <a:chOff x="4574111" y="3841157"/>
            <a:chExt cx="2474845" cy="32691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326913"/>
              <a:chOff x="4665551" y="3307757"/>
              <a:chExt cx="2474845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3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프로토타입 작성 및 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화면</a:t>
                </a:r>
                <a:r>
                  <a:rPr lang="en-US" altLang="ko-KR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구현</a:t>
                </a:r>
                <a:endParaRPr lang="en-US" altLang="ko-KR" sz="1200" spc="-3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17923" y="2757127"/>
            <a:ext cx="1706923" cy="326913"/>
            <a:chOff x="7383738" y="3841157"/>
            <a:chExt cx="170692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06923" cy="326913"/>
              <a:chOff x="4665552" y="3307757"/>
              <a:chExt cx="170692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26831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UML 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작성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26373" y="3420648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기초 데이터 수집 및 정규화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08296" y="4076537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개인 맞춤형 알고리즘 구현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26107" y="4699995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사이트 버그 수정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35734" y="4699995"/>
            <a:ext cx="1845987" cy="326914"/>
            <a:chOff x="7383738" y="5427069"/>
            <a:chExt cx="1845987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845987" cy="326914"/>
              <a:chOff x="4665552" y="3307757"/>
              <a:chExt cx="1845987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4928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spc="-4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프로그램 코드 정리</a:t>
                </a:r>
                <a:endParaRPr lang="en-US" altLang="ko-KR" sz="1200" spc="-4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22317C8-8F26-4C50-84A4-503D8428443F}"/>
              </a:ext>
            </a:extLst>
          </p:cNvPr>
          <p:cNvGrpSpPr/>
          <p:nvPr/>
        </p:nvGrpSpPr>
        <p:grpSpPr>
          <a:xfrm>
            <a:off x="7327293" y="3414329"/>
            <a:ext cx="1706923" cy="326913"/>
            <a:chOff x="7383738" y="3841157"/>
            <a:chExt cx="1706923" cy="326913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336A264A-EBFF-408B-99E1-C84E9F4EE5B3}"/>
                </a:ext>
              </a:extLst>
            </p:cNvPr>
            <p:cNvGrpSpPr/>
            <p:nvPr/>
          </p:nvGrpSpPr>
          <p:grpSpPr>
            <a:xfrm>
              <a:off x="7383738" y="3841157"/>
              <a:ext cx="1706923" cy="326913"/>
              <a:chOff x="4665552" y="3307757"/>
              <a:chExt cx="1706923" cy="326913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C0BEC7AB-071A-4936-A19E-321CA1BB390D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96" name="사각형: 둥근 모서리 95">
                  <a:extLst>
                    <a:ext uri="{FF2B5EF4-FFF2-40B4-BE49-F238E27FC236}">
                      <a16:creationId xmlns:a16="http://schemas.microsoft.com/office/drawing/2014/main" id="{DE5AAB82-7051-4776-845C-C976873C689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30A145EF-5047-4B65-8B0E-AAD5C36329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170BF83-5D94-4FD0-AEB1-D67F127013FA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26831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DB 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설계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93" name="그래픽 92">
              <a:extLst>
                <a:ext uri="{FF2B5EF4-FFF2-40B4-BE49-F238E27FC236}">
                  <a16:creationId xmlns:a16="http://schemas.microsoft.com/office/drawing/2014/main" id="{AE83C4B7-BD65-4849-9DC9-D2F7091E5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25CD4055-12D2-4781-BE93-F264137899F9}"/>
              </a:ext>
            </a:extLst>
          </p:cNvPr>
          <p:cNvGrpSpPr/>
          <p:nvPr/>
        </p:nvGrpSpPr>
        <p:grpSpPr>
          <a:xfrm>
            <a:off x="7317923" y="4076537"/>
            <a:ext cx="1706923" cy="326913"/>
            <a:chOff x="7383738" y="3841157"/>
            <a:chExt cx="1706923" cy="326913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F39BC95D-9964-4746-A918-B8884DF3735C}"/>
                </a:ext>
              </a:extLst>
            </p:cNvPr>
            <p:cNvGrpSpPr/>
            <p:nvPr/>
          </p:nvGrpSpPr>
          <p:grpSpPr>
            <a:xfrm>
              <a:off x="7383738" y="3841157"/>
              <a:ext cx="1706923" cy="326913"/>
              <a:chOff x="4665552" y="3307757"/>
              <a:chExt cx="1706923" cy="326913"/>
            </a:xfrm>
          </p:grpSpPr>
          <p:grpSp>
            <p:nvGrpSpPr>
              <p:cNvPr id="105" name="그룹 104">
                <a:extLst>
                  <a:ext uri="{FF2B5EF4-FFF2-40B4-BE49-F238E27FC236}">
                    <a16:creationId xmlns:a16="http://schemas.microsoft.com/office/drawing/2014/main" id="{FDFFFE84-42CD-476F-9964-9E3E7635FD2F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112" name="사각형: 둥근 모서리 111">
                  <a:extLst>
                    <a:ext uri="{FF2B5EF4-FFF2-40B4-BE49-F238E27FC236}">
                      <a16:creationId xmlns:a16="http://schemas.microsoft.com/office/drawing/2014/main" id="{1F780E54-1835-4F4C-BE0C-0E7FB2611990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4B846674-F2B5-493C-BDA9-AD3C4A4E6B00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EC8191C-7114-4B48-B3CC-0B5A2E7B56C3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26831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웹사이트 구현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3" name="그래픽 102">
              <a:extLst>
                <a:ext uri="{FF2B5EF4-FFF2-40B4-BE49-F238E27FC236}">
                  <a16:creationId xmlns:a16="http://schemas.microsoft.com/office/drawing/2014/main" id="{CAE10D51-B1B3-4931-BD5A-272E52FBA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956018"/>
            <a:chOff x="541891" y="1430219"/>
            <a:chExt cx="10526159" cy="4956018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사전 기획</a:t>
              </a:r>
              <a:endPara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236EF52-EE7A-4580-B518-EF8FA28A3387}"/>
                </a:ext>
              </a:extLst>
            </p:cNvPr>
            <p:cNvSpPr txBox="1"/>
            <p:nvPr/>
          </p:nvSpPr>
          <p:spPr>
            <a:xfrm>
              <a:off x="541891" y="5986127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실시간 사용자 참여형 지능형 커뮤니티 서비스 개발을 위한 벤치 마킹 실시</a:t>
              </a:r>
              <a:endPara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A4AC2BAA-FCB2-4A03-A52A-337CE6EC63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300" y="2282131"/>
            <a:ext cx="4190160" cy="3339034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630C7EB-6D65-4E05-A781-E39A356FD7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15" y="2282131"/>
            <a:ext cx="3943344" cy="344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화면 구현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 PIXSO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를 이용한 화면 프로토타입 제작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36" name="그림 35">
            <a:extLst>
              <a:ext uri="{FF2B5EF4-FFF2-40B4-BE49-F238E27FC236}">
                <a16:creationId xmlns:a16="http://schemas.microsoft.com/office/drawing/2014/main" id="{A4AC2BAA-FCB2-4A03-A52A-337CE6EC63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131355"/>
            <a:ext cx="5771368" cy="410408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8630C7EB-6D65-4E05-A781-E39A356FD77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820" y="2131355"/>
            <a:ext cx="5771368" cy="4104083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FC12C6-C5EF-4DFB-B5DE-9C96A547BBD8}"/>
              </a:ext>
            </a:extLst>
          </p:cNvPr>
          <p:cNvSpPr/>
          <p:nvPr/>
        </p:nvSpPr>
        <p:spPr>
          <a:xfrm>
            <a:off x="174170" y="4230058"/>
            <a:ext cx="1162505" cy="1438704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94C36B-2ACE-4A7C-A23A-3DD739616009}"/>
              </a:ext>
            </a:extLst>
          </p:cNvPr>
          <p:cNvSpPr txBox="1"/>
          <p:nvPr/>
        </p:nvSpPr>
        <p:spPr>
          <a:xfrm>
            <a:off x="-1" y="5687507"/>
            <a:ext cx="2174931" cy="755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카테고리 데이터는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크롤링을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이용하여 구축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5378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화면 구현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 HTML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이용한 사용자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UI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구현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8630C7EB-6D65-4E05-A781-E39A356FD7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8780" y="2166350"/>
            <a:ext cx="4899447" cy="408608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9A91362-67B3-4BF4-8116-BC36C2FA681B}"/>
              </a:ext>
            </a:extLst>
          </p:cNvPr>
          <p:cNvSpPr txBox="1"/>
          <p:nvPr/>
        </p:nvSpPr>
        <p:spPr>
          <a:xfrm>
            <a:off x="2243572" y="6397904"/>
            <a:ext cx="1872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[ </a:t>
            </a:r>
            <a:r>
              <a:rPr lang="ko-KR" altLang="en-US" sz="20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추천글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페이지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]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071D2ED-C2F9-447B-9FE8-767B9827B3A5}"/>
              </a:ext>
            </a:extLst>
          </p:cNvPr>
          <p:cNvSpPr/>
          <p:nvPr/>
        </p:nvSpPr>
        <p:spPr>
          <a:xfrm>
            <a:off x="2137866" y="2757624"/>
            <a:ext cx="3024336" cy="107494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220CC3-9CEC-41C1-B159-37AA0DDAC779}"/>
              </a:ext>
            </a:extLst>
          </p:cNvPr>
          <p:cNvSpPr txBox="1"/>
          <p:nvPr/>
        </p:nvSpPr>
        <p:spPr>
          <a:xfrm>
            <a:off x="4042590" y="3855128"/>
            <a:ext cx="1668717" cy="755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사용자 추천 데이터 기반 게시글 추천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69AC549-5C69-4C7B-B94B-EC89EA51E8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4549" y="2166350"/>
            <a:ext cx="4899447" cy="408608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2A8E611-3E01-43EC-89AE-3AF1473AE16B}"/>
              </a:ext>
            </a:extLst>
          </p:cNvPr>
          <p:cNvSpPr txBox="1"/>
          <p:nvPr/>
        </p:nvSpPr>
        <p:spPr>
          <a:xfrm>
            <a:off x="8023357" y="6374159"/>
            <a:ext cx="1668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[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게시글 작성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000D1DB-147E-4A23-A24B-6D2E6C291E84}"/>
              </a:ext>
            </a:extLst>
          </p:cNvPr>
          <p:cNvSpPr/>
          <p:nvPr/>
        </p:nvSpPr>
        <p:spPr>
          <a:xfrm>
            <a:off x="7735325" y="2962940"/>
            <a:ext cx="3024336" cy="1656184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0B6572B-16DB-43CE-9957-9D6F3727D011}"/>
              </a:ext>
            </a:extLst>
          </p:cNvPr>
          <p:cNvSpPr/>
          <p:nvPr/>
        </p:nvSpPr>
        <p:spPr>
          <a:xfrm>
            <a:off x="7735325" y="4619124"/>
            <a:ext cx="3024336" cy="387587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9DCCF364-9CD1-4441-98D8-D89B25D02CAC}"/>
              </a:ext>
            </a:extLst>
          </p:cNvPr>
          <p:cNvCxnSpPr>
            <a:stCxn id="37" idx="3"/>
            <a:endCxn id="40" idx="3"/>
          </p:cNvCxnSpPr>
          <p:nvPr/>
        </p:nvCxnSpPr>
        <p:spPr>
          <a:xfrm>
            <a:off x="10759661" y="3791032"/>
            <a:ext cx="12700" cy="1021886"/>
          </a:xfrm>
          <a:prstGeom prst="bentConnector3">
            <a:avLst>
              <a:gd name="adj1" fmla="val 180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3E6DC31-099F-4E14-BE4B-BB7EE9A9A6D8}"/>
              </a:ext>
            </a:extLst>
          </p:cNvPr>
          <p:cNvSpPr txBox="1"/>
          <p:nvPr/>
        </p:nvSpPr>
        <p:spPr>
          <a:xfrm>
            <a:off x="9925302" y="5103793"/>
            <a:ext cx="1668717" cy="755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게시글 작성시</a:t>
            </a:r>
            <a:b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</a:b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자동으로 태그 추출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5056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화면 구현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 HTML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을 이용한 사용자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UI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구현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1E907DF8-0EDD-4C1B-B5B6-3CD5FE70873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97007" y="2168861"/>
            <a:ext cx="4876569" cy="4028258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1FFF3A-2522-4B22-A525-9406B817F649}"/>
              </a:ext>
            </a:extLst>
          </p:cNvPr>
          <p:cNvSpPr/>
          <p:nvPr/>
        </p:nvSpPr>
        <p:spPr>
          <a:xfrm>
            <a:off x="7514505" y="2515645"/>
            <a:ext cx="3123542" cy="1736943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9E99C2-5D9C-430E-A194-F347EDCE710F}"/>
              </a:ext>
            </a:extLst>
          </p:cNvPr>
          <p:cNvSpPr txBox="1"/>
          <p:nvPr/>
        </p:nvSpPr>
        <p:spPr>
          <a:xfrm>
            <a:off x="7685719" y="4396933"/>
            <a:ext cx="2532813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게시글 추천 알고리즘에 대한 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세부 정보 조회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Matplot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그래프 활용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97B0E4-D08D-467B-9E9E-6DB009BA54C1}"/>
              </a:ext>
            </a:extLst>
          </p:cNvPr>
          <p:cNvSpPr txBox="1"/>
          <p:nvPr/>
        </p:nvSpPr>
        <p:spPr>
          <a:xfrm>
            <a:off x="7685719" y="6336249"/>
            <a:ext cx="28083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[ AI 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관련도 분석 상세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]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F959CF8F-F240-47A1-B2B0-A55F5C0116C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1891" y="2168724"/>
            <a:ext cx="4883740" cy="4184192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620588E1-8F64-4601-A8F1-B0D833626FBE}"/>
              </a:ext>
            </a:extLst>
          </p:cNvPr>
          <p:cNvSpPr/>
          <p:nvPr/>
        </p:nvSpPr>
        <p:spPr>
          <a:xfrm>
            <a:off x="2049059" y="3868602"/>
            <a:ext cx="3024336" cy="107494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85F299-6CAA-4F86-99E6-EA4E2C68509C}"/>
              </a:ext>
            </a:extLst>
          </p:cNvPr>
          <p:cNvSpPr txBox="1"/>
          <p:nvPr/>
        </p:nvSpPr>
        <p:spPr>
          <a:xfrm>
            <a:off x="4591272" y="4899634"/>
            <a:ext cx="1668717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해당 게시글과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유사한 게시물 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추천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08683C-8D9A-4B80-9454-E4FE32D03B20}"/>
              </a:ext>
            </a:extLst>
          </p:cNvPr>
          <p:cNvSpPr txBox="1"/>
          <p:nvPr/>
        </p:nvSpPr>
        <p:spPr>
          <a:xfrm>
            <a:off x="2534997" y="6352916"/>
            <a:ext cx="16687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[ </a:t>
            </a:r>
            <a:r>
              <a:rPr lang="ko-KR" altLang="en-US" sz="20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작성글</a:t>
            </a:r>
            <a:r>
              <a:rPr lang="ko-KR" altLang="en-US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조회 </a:t>
            </a:r>
            <a:r>
              <a:rPr lang="en-US" altLang="ko-KR" sz="20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509092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요구분석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[UML]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80E1ECCF-15AF-41D8-BD4A-67DF72DA06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20036" y="2019870"/>
            <a:ext cx="4325831" cy="415595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E01BB46-61DE-4815-B85E-DB9C70C1EB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598" y="2049443"/>
            <a:ext cx="5459218" cy="409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25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알고리즘 구현 계획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68B1DD4E-A9D6-4265-A3CE-2F5DF5397A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998606"/>
              </p:ext>
            </p:extLst>
          </p:nvPr>
        </p:nvGraphicFramePr>
        <p:xfrm>
          <a:off x="1289606" y="2521629"/>
          <a:ext cx="7988150" cy="648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031195FC-070F-48BB-9318-2B947742B946}"/>
              </a:ext>
            </a:extLst>
          </p:cNvPr>
          <p:cNvGrpSpPr/>
          <p:nvPr/>
        </p:nvGrpSpPr>
        <p:grpSpPr>
          <a:xfrm>
            <a:off x="738523" y="2009765"/>
            <a:ext cx="9054276" cy="389782"/>
            <a:chOff x="2683489" y="2727660"/>
            <a:chExt cx="9054276" cy="67309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63C9CB42-6F9F-41D9-80DF-1F059B302755}"/>
                </a:ext>
              </a:extLst>
            </p:cNvPr>
            <p:cNvSpPr/>
            <p:nvPr/>
          </p:nvSpPr>
          <p:spPr>
            <a:xfrm>
              <a:off x="2835109" y="272766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0338D2-0972-4728-B4D1-CE60E55CE32F}"/>
                </a:ext>
              </a:extLst>
            </p:cNvPr>
            <p:cNvSpPr txBox="1"/>
            <p:nvPr/>
          </p:nvSpPr>
          <p:spPr>
            <a:xfrm>
              <a:off x="3001876" y="2772531"/>
              <a:ext cx="6956034" cy="531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태그 추천 알고리즘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C32BFB98-C907-4257-9FD5-0D9803551849}"/>
                </a:ext>
              </a:extLst>
            </p:cNvPr>
            <p:cNvGrpSpPr/>
            <p:nvPr/>
          </p:nvGrpSpPr>
          <p:grpSpPr>
            <a:xfrm>
              <a:off x="2683489" y="2877960"/>
              <a:ext cx="320625" cy="361539"/>
              <a:chOff x="490328" y="2133318"/>
              <a:chExt cx="698546" cy="787689"/>
            </a:xfrm>
          </p:grpSpPr>
          <p:sp>
            <p:nvSpPr>
              <p:cNvPr id="31" name="육각형 30">
                <a:extLst>
                  <a:ext uri="{FF2B5EF4-FFF2-40B4-BE49-F238E27FC236}">
                    <a16:creationId xmlns:a16="http://schemas.microsoft.com/office/drawing/2014/main" id="{43EF22DA-9039-4D7E-8F27-CC8075668473}"/>
                  </a:ext>
                </a:extLst>
              </p:cNvPr>
              <p:cNvSpPr/>
              <p:nvPr/>
            </p:nvSpPr>
            <p:spPr>
              <a:xfrm>
                <a:off x="572347" y="2154176"/>
                <a:ext cx="496628" cy="766831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D19B8BAB-C173-43CD-B5D7-8624EE11A5E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</p:grpSp>
      </p:grpSp>
      <p:graphicFrame>
        <p:nvGraphicFramePr>
          <p:cNvPr id="34" name="다이어그램 33">
            <a:extLst>
              <a:ext uri="{FF2B5EF4-FFF2-40B4-BE49-F238E27FC236}">
                <a16:creationId xmlns:a16="http://schemas.microsoft.com/office/drawing/2014/main" id="{C4F3442B-9A54-4149-84A7-7783987927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5941536"/>
              </p:ext>
            </p:extLst>
          </p:nvPr>
        </p:nvGraphicFramePr>
        <p:xfrm>
          <a:off x="1289606" y="3933461"/>
          <a:ext cx="10206994" cy="648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pSp>
        <p:nvGrpSpPr>
          <p:cNvPr id="35" name="그룹 34">
            <a:extLst>
              <a:ext uri="{FF2B5EF4-FFF2-40B4-BE49-F238E27FC236}">
                <a16:creationId xmlns:a16="http://schemas.microsoft.com/office/drawing/2014/main" id="{6D9CF4CA-19F0-4F7D-BE0B-4D183869AA35}"/>
              </a:ext>
            </a:extLst>
          </p:cNvPr>
          <p:cNvGrpSpPr/>
          <p:nvPr/>
        </p:nvGrpSpPr>
        <p:grpSpPr>
          <a:xfrm>
            <a:off x="738523" y="3421597"/>
            <a:ext cx="9054276" cy="389782"/>
            <a:chOff x="2683489" y="2727660"/>
            <a:chExt cx="9054276" cy="673099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8D8C376F-7DDF-497F-BF2C-83E8B3FAFAAB}"/>
                </a:ext>
              </a:extLst>
            </p:cNvPr>
            <p:cNvSpPr/>
            <p:nvPr/>
          </p:nvSpPr>
          <p:spPr>
            <a:xfrm>
              <a:off x="2835109" y="272766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C9CFCE5-E383-438C-ACDB-7930A901D4B2}"/>
                </a:ext>
              </a:extLst>
            </p:cNvPr>
            <p:cNvSpPr txBox="1"/>
            <p:nvPr/>
          </p:nvSpPr>
          <p:spPr>
            <a:xfrm>
              <a:off x="3001876" y="2772531"/>
              <a:ext cx="6956034" cy="531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유사 게시글 추천 알고리즘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8469411-40C7-4FAE-9E10-C8CDBACD39D0}"/>
                </a:ext>
              </a:extLst>
            </p:cNvPr>
            <p:cNvGrpSpPr/>
            <p:nvPr/>
          </p:nvGrpSpPr>
          <p:grpSpPr>
            <a:xfrm>
              <a:off x="2683489" y="2877960"/>
              <a:ext cx="320625" cy="361539"/>
              <a:chOff x="490328" y="2133318"/>
              <a:chExt cx="698546" cy="787689"/>
            </a:xfrm>
          </p:grpSpPr>
          <p:sp>
            <p:nvSpPr>
              <p:cNvPr id="41" name="육각형 40">
                <a:extLst>
                  <a:ext uri="{FF2B5EF4-FFF2-40B4-BE49-F238E27FC236}">
                    <a16:creationId xmlns:a16="http://schemas.microsoft.com/office/drawing/2014/main" id="{11D36AFF-D740-4587-B600-301337120B41}"/>
                  </a:ext>
                </a:extLst>
              </p:cNvPr>
              <p:cNvSpPr/>
              <p:nvPr/>
            </p:nvSpPr>
            <p:spPr>
              <a:xfrm>
                <a:off x="572347" y="2154176"/>
                <a:ext cx="496628" cy="766831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487DFD36-7257-4E33-8A70-EF732E8F675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</p:grpSp>
      </p:grpSp>
      <p:graphicFrame>
        <p:nvGraphicFramePr>
          <p:cNvPr id="43" name="다이어그램 42">
            <a:extLst>
              <a:ext uri="{FF2B5EF4-FFF2-40B4-BE49-F238E27FC236}">
                <a16:creationId xmlns:a16="http://schemas.microsoft.com/office/drawing/2014/main" id="{C47136D1-4A6C-4396-9ED3-8E879CAC56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8274149"/>
              </p:ext>
            </p:extLst>
          </p:nvPr>
        </p:nvGraphicFramePr>
        <p:xfrm>
          <a:off x="1289606" y="5465604"/>
          <a:ext cx="10206994" cy="648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pSp>
        <p:nvGrpSpPr>
          <p:cNvPr id="44" name="그룹 43">
            <a:extLst>
              <a:ext uri="{FF2B5EF4-FFF2-40B4-BE49-F238E27FC236}">
                <a16:creationId xmlns:a16="http://schemas.microsoft.com/office/drawing/2014/main" id="{13D407EB-837D-4567-BDFE-72FF302F091E}"/>
              </a:ext>
            </a:extLst>
          </p:cNvPr>
          <p:cNvGrpSpPr/>
          <p:nvPr/>
        </p:nvGrpSpPr>
        <p:grpSpPr>
          <a:xfrm>
            <a:off x="738523" y="4953740"/>
            <a:ext cx="9054276" cy="389782"/>
            <a:chOff x="2683489" y="2727660"/>
            <a:chExt cx="9054276" cy="673099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6FA9253-1329-4696-9DDF-881FEDD21C1D}"/>
                </a:ext>
              </a:extLst>
            </p:cNvPr>
            <p:cNvSpPr/>
            <p:nvPr/>
          </p:nvSpPr>
          <p:spPr>
            <a:xfrm>
              <a:off x="2835109" y="272766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8B297CC-2EE0-45DB-B514-87A246462F39}"/>
                </a:ext>
              </a:extLst>
            </p:cNvPr>
            <p:cNvSpPr txBox="1"/>
            <p:nvPr/>
          </p:nvSpPr>
          <p:spPr>
            <a:xfrm>
              <a:off x="3001876" y="2772531"/>
              <a:ext cx="6956034" cy="5314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 개인별 좋아요 데이터 기반 게시물 추천 알고리즘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D571D033-47FE-4117-8886-C73C61E57300}"/>
                </a:ext>
              </a:extLst>
            </p:cNvPr>
            <p:cNvGrpSpPr/>
            <p:nvPr/>
          </p:nvGrpSpPr>
          <p:grpSpPr>
            <a:xfrm>
              <a:off x="2683489" y="2877960"/>
              <a:ext cx="320625" cy="361539"/>
              <a:chOff x="490328" y="2133318"/>
              <a:chExt cx="698546" cy="787689"/>
            </a:xfrm>
          </p:grpSpPr>
          <p:sp>
            <p:nvSpPr>
              <p:cNvPr id="48" name="육각형 47">
                <a:extLst>
                  <a:ext uri="{FF2B5EF4-FFF2-40B4-BE49-F238E27FC236}">
                    <a16:creationId xmlns:a16="http://schemas.microsoft.com/office/drawing/2014/main" id="{B60EF6B7-E286-44B0-808C-3668825EEB83}"/>
                  </a:ext>
                </a:extLst>
              </p:cNvPr>
              <p:cNvSpPr/>
              <p:nvPr/>
            </p:nvSpPr>
            <p:spPr>
              <a:xfrm>
                <a:off x="572347" y="2154176"/>
                <a:ext cx="496628" cy="766831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9" name="자유형: 도형 48">
                <a:extLst>
                  <a:ext uri="{FF2B5EF4-FFF2-40B4-BE49-F238E27FC236}">
                    <a16:creationId xmlns:a16="http://schemas.microsoft.com/office/drawing/2014/main" id="{6194AD81-B592-481A-AA5B-1859AD4A86CD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5074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[DB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설계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B6D2CFFB-EBF9-4AEC-B406-DC99B705AD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186" y="2070229"/>
            <a:ext cx="7715796" cy="447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9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크롤링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사이트 선정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5EC491BA-5605-4B64-AA29-D4718661B4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7845" y="2464091"/>
            <a:ext cx="5379307" cy="354849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3ACCC0C-FDAC-4D49-91FC-74A87B89C7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6485" y="2102433"/>
            <a:ext cx="3732037" cy="312561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91F208D-0343-4359-B54E-E0926C1FAACA}"/>
              </a:ext>
            </a:extLst>
          </p:cNvPr>
          <p:cNvSpPr txBox="1"/>
          <p:nvPr/>
        </p:nvSpPr>
        <p:spPr>
          <a:xfrm>
            <a:off x="7715699" y="2212420"/>
            <a:ext cx="2951450" cy="283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카테고리 데이터 및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학습의 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기초가 될 게시글 데이터 필요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INVEN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으로부터 </a:t>
            </a:r>
            <a:r>
              <a:rPr lang="ko-KR" altLang="en-US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크롤링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결정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Selenium, bs4, requests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라이브러리 사용하여 데이터 수집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1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데이터 수집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카테고리 및 게시글 </a:t>
              </a:r>
              <a:r>
                <a:rPr lang="ko-KR" altLang="en-US" sz="20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크롤링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3ACCC0C-FDAC-4D49-91FC-74A87B89C7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59" y="2049442"/>
            <a:ext cx="5642649" cy="409680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50065D-1D52-4504-8500-21F2810E2A7E}"/>
              </a:ext>
            </a:extLst>
          </p:cNvPr>
          <p:cNvSpPr txBox="1"/>
          <p:nvPr/>
        </p:nvSpPr>
        <p:spPr>
          <a:xfrm>
            <a:off x="6636060" y="2066130"/>
            <a:ext cx="3352351" cy="3179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크롤링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데이터를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csv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 저장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데이터의 이상치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결측치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제거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-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폐쇄된 게시판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or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게시글이 없는 </a:t>
            </a: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url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-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이미지가 </a:t>
            </a: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url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 존재하지 않는 경우 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직접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이미지 추가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-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게시글 </a:t>
            </a:r>
            <a:r>
              <a:rPr lang="ko-KR" altLang="en-US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크롤링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테스트에서 게시글 추출 실패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or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형식에 맞지 않는 게시글 확인 후 </a:t>
            </a: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url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수정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653EBD-4E7A-468A-B565-B12AB44B6D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044" y="5126543"/>
            <a:ext cx="4935026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59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구축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[SNS 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구현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3ACCC0C-FDAC-4D49-91FC-74A87B89C7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487" y="1935278"/>
            <a:ext cx="5394877" cy="494035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50065D-1D52-4504-8500-21F2810E2A7E}"/>
              </a:ext>
            </a:extLst>
          </p:cNvPr>
          <p:cNvSpPr txBox="1"/>
          <p:nvPr/>
        </p:nvSpPr>
        <p:spPr>
          <a:xfrm>
            <a:off x="6044111" y="5475618"/>
            <a:ext cx="5620402" cy="755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스크롤을 감지하여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ajax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 데이터를 받아오는 </a:t>
            </a:r>
            <a:r>
              <a:rPr lang="ko-KR" altLang="en-US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무한스크롤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시스템 구현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기초적인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SNS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서비스를 위해 좋아요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구독 처리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ajax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시스템 구현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653EBD-4E7A-468A-B565-B12AB44B6D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44111" y="1946245"/>
            <a:ext cx="4876425" cy="351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84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구축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태그 추천 알고리즘 구현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3ACCC0C-FDAC-4D49-91FC-74A87B89C7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690" y="1976790"/>
            <a:ext cx="5642649" cy="244224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50065D-1D52-4504-8500-21F2810E2A7E}"/>
              </a:ext>
            </a:extLst>
          </p:cNvPr>
          <p:cNvSpPr txBox="1"/>
          <p:nvPr/>
        </p:nvSpPr>
        <p:spPr>
          <a:xfrm>
            <a:off x="6240566" y="5629116"/>
            <a:ext cx="5184026" cy="110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Okt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를 이용하여 명사만 추출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Networkx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사용하여 단어의 중요도 계산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중요도 높은 키워드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return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653EBD-4E7A-468A-B565-B12AB44B6D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990296"/>
            <a:ext cx="5851694" cy="370695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21B238E3-8DCB-49C2-B2EF-9C3358E7A6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1911" y="4414119"/>
            <a:ext cx="5642649" cy="244224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93DAF24-3E18-44E4-ACFC-98BADC302453}"/>
              </a:ext>
            </a:extLst>
          </p:cNvPr>
          <p:cNvSpPr/>
          <p:nvPr/>
        </p:nvSpPr>
        <p:spPr>
          <a:xfrm>
            <a:off x="7752184" y="4761148"/>
            <a:ext cx="3096344" cy="43204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85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구축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유사 게시글 추천 알고리즘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3ACCC0C-FDAC-4D49-91FC-74A87B89C7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523" y="1990297"/>
            <a:ext cx="4676361" cy="486770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50065D-1D52-4504-8500-21F2810E2A7E}"/>
              </a:ext>
            </a:extLst>
          </p:cNvPr>
          <p:cNvSpPr txBox="1"/>
          <p:nvPr/>
        </p:nvSpPr>
        <p:spPr>
          <a:xfrm>
            <a:off x="5051884" y="4869160"/>
            <a:ext cx="4676361" cy="1448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문장에서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‘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한글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’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만 감지하여 사용 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두 문장을 </a:t>
            </a: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Okt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를 이용하여 단어 추출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코사인 유사도를 이용하여 두 단어집의 유사도 계산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1C611D1-1661-49D8-8514-966C0B9954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1884" y="1995321"/>
            <a:ext cx="3256536" cy="2873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44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구축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유사 게시글 추천 알고리즘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3ACCC0C-FDAC-4D49-91FC-74A87B89C7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523" y="1951562"/>
            <a:ext cx="5000396" cy="28738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50065D-1D52-4504-8500-21F2810E2A7E}"/>
              </a:ext>
            </a:extLst>
          </p:cNvPr>
          <p:cNvSpPr txBox="1"/>
          <p:nvPr/>
        </p:nvSpPr>
        <p:spPr>
          <a:xfrm>
            <a:off x="375523" y="4966765"/>
            <a:ext cx="5656893" cy="1448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태그 추천 함수를 사용하여 추출된 단어로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검색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검색된 게시글과 유사도 측정 후 상위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10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 추출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similar_board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테이블에 저장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나의 글 페이지 방문 시 </a:t>
            </a: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similar_board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데이터로 유사 게시글 출력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51C611D1-1661-49D8-8514-966C0B9954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8091" y="1951562"/>
            <a:ext cx="5180417" cy="287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61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구축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유사 게시글 추천 알고리즘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6653EBD-4E7A-468A-B565-B12AB44B6D7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6102" y="1975869"/>
            <a:ext cx="6232012" cy="48114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A525553-962F-46E2-A340-11DE6BB5F09D}"/>
              </a:ext>
            </a:extLst>
          </p:cNvPr>
          <p:cNvSpPr txBox="1"/>
          <p:nvPr/>
        </p:nvSpPr>
        <p:spPr>
          <a:xfrm>
            <a:off x="6498604" y="5399768"/>
            <a:ext cx="5656893" cy="1448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태그 추천 함수를 사용하여 추출된 단어로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검색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검색된 게시글과 유사도 측정 후 상위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10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 추출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similar_board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테이블에 저장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나의 글 페이지 방문 시 </a:t>
            </a: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similar_board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데이터로 유사 게시글 출력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DD0265F-5096-41C0-8CD7-083859F9760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8579" y="1999426"/>
            <a:ext cx="4602739" cy="3390584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DE23428E-BE84-4087-AE70-634B79F9675A}"/>
              </a:ext>
            </a:extLst>
          </p:cNvPr>
          <p:cNvSpPr/>
          <p:nvPr/>
        </p:nvSpPr>
        <p:spPr>
          <a:xfrm>
            <a:off x="5256024" y="5539819"/>
            <a:ext cx="468052" cy="259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75D53132-98C0-4173-B077-E855DB0FCFAD}"/>
              </a:ext>
            </a:extLst>
          </p:cNvPr>
          <p:cNvSpPr/>
          <p:nvPr/>
        </p:nvSpPr>
        <p:spPr>
          <a:xfrm>
            <a:off x="5718875" y="2417736"/>
            <a:ext cx="1123627" cy="3254644"/>
          </a:xfrm>
          <a:custGeom>
            <a:avLst/>
            <a:gdLst>
              <a:gd name="connsiteX0" fmla="*/ 0 w 1123627"/>
              <a:gd name="connsiteY0" fmla="*/ 3254644 h 3254644"/>
              <a:gd name="connsiteX1" fmla="*/ 705172 w 1123627"/>
              <a:gd name="connsiteY1" fmla="*/ 3254644 h 3254644"/>
              <a:gd name="connsiteX2" fmla="*/ 705172 w 1123627"/>
              <a:gd name="connsiteY2" fmla="*/ 0 h 3254644"/>
              <a:gd name="connsiteX3" fmla="*/ 1123627 w 1123627"/>
              <a:gd name="connsiteY3" fmla="*/ 0 h 3254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3627" h="3254644">
                <a:moveTo>
                  <a:pt x="0" y="3254644"/>
                </a:moveTo>
                <a:lnTo>
                  <a:pt x="705172" y="3254644"/>
                </a:lnTo>
                <a:lnTo>
                  <a:pt x="705172" y="0"/>
                </a:lnTo>
                <a:lnTo>
                  <a:pt x="1123627" y="0"/>
                </a:lnTo>
              </a:path>
            </a:pathLst>
          </a:custGeom>
          <a:noFill/>
          <a:ln w="28575">
            <a:solidFill>
              <a:srgbClr val="FF0000"/>
            </a:solidFill>
            <a:headEnd type="none"/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073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구축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 별 게시글 추천 알고리즘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3ACCC0C-FDAC-4D49-91FC-74A87B89C7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523" y="1990296"/>
            <a:ext cx="4676361" cy="4867703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1C611D1-1661-49D8-8514-966C0B9954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1884" y="1984818"/>
            <a:ext cx="5128095" cy="48731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50065D-1D52-4504-8500-21F2810E2A7E}"/>
              </a:ext>
            </a:extLst>
          </p:cNvPr>
          <p:cNvSpPr txBox="1"/>
          <p:nvPr/>
        </p:nvSpPr>
        <p:spPr>
          <a:xfrm>
            <a:off x="7390064" y="1957820"/>
            <a:ext cx="4676361" cy="1448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모든 유저의 활동 데이터 점수화</a:t>
            </a:r>
            <a:b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</a:b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 -&gt;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좋아요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(Like): 1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점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구독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(Sub): 0.5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점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전체 데이터로 </a:t>
            </a: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SVD 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모델 학습 및 피클 저장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학습한 사용자가 아직 활동하지 않은 게시물 추천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9272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9C7871FD-5BAB-486F-B205-12FCF020159D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35279"/>
            <a:ext cx="12192000" cy="233580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7120F395-E25D-45D8-97FA-DF9F0DAB3276}"/>
              </a:ext>
            </a:extLst>
          </p:cNvPr>
          <p:cNvGrpSpPr/>
          <p:nvPr/>
        </p:nvGrpSpPr>
        <p:grpSpPr>
          <a:xfrm>
            <a:off x="541891" y="1430219"/>
            <a:ext cx="10526159" cy="400110"/>
            <a:chOff x="541891" y="1430219"/>
            <a:chExt cx="10526159" cy="40011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DCA1E0A-2566-49BD-B353-CD2C2FB4493D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서비스 구축  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[</a:t>
              </a:r>
              <a:r>
                <a:rPr lang="ko-KR" altLang="en-US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사용자 별 게시글 추천 알고리즘</a:t>
              </a:r>
              <a:r>
                <a:rPr lang="en-US" altLang="ko-KR" sz="20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]</a:t>
              </a:r>
            </a:p>
          </p:txBody>
        </p:sp>
        <p:sp>
          <p:nvSpPr>
            <p:cNvPr id="71" name="그래픽 43">
              <a:extLst>
                <a:ext uri="{FF2B5EF4-FFF2-40B4-BE49-F238E27FC236}">
                  <a16:creationId xmlns:a16="http://schemas.microsoft.com/office/drawing/2014/main" id="{DBC2721F-297A-4E7E-9344-EEE6CEFAE7E2}"/>
                </a:ext>
              </a:extLst>
            </p:cNvPr>
            <p:cNvSpPr/>
            <p:nvPr/>
          </p:nvSpPr>
          <p:spPr>
            <a:xfrm>
              <a:off x="541891" y="159279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3ACCC0C-FDAC-4D49-91FC-74A87B89C7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992" y="1945898"/>
            <a:ext cx="5958048" cy="491210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F50065D-1D52-4504-8500-21F2810E2A7E}"/>
              </a:ext>
            </a:extLst>
          </p:cNvPr>
          <p:cNvSpPr txBox="1"/>
          <p:nvPr/>
        </p:nvSpPr>
        <p:spPr>
          <a:xfrm>
            <a:off x="6451104" y="6225174"/>
            <a:ext cx="5656893" cy="755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AI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를 활용한 추천 게시물의 점수 상세를 </a:t>
            </a:r>
            <a:r>
              <a:rPr lang="en-US" altLang="ko-KR" sz="15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matplot</a:t>
            </a: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으로 표현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endParaRPr lang="en-US" altLang="ko-KR" sz="15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F99AFB6-B96F-4913-BDBC-A6317EBB89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3760" y="2074557"/>
            <a:ext cx="4486189" cy="4011487"/>
          </a:xfrm>
          <a:prstGeom prst="rect">
            <a:avLst/>
          </a:prstGeom>
        </p:spPr>
      </p:pic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185DEA2B-2F22-4F69-9561-00E254BF0C21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5519936" y="2273810"/>
            <a:ext cx="1260140" cy="70903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3BB92A7-20DB-40D1-B1D0-90814917AD36}"/>
              </a:ext>
            </a:extLst>
          </p:cNvPr>
          <p:cNvSpPr/>
          <p:nvPr/>
        </p:nvSpPr>
        <p:spPr>
          <a:xfrm>
            <a:off x="5051884" y="2852936"/>
            <a:ext cx="468052" cy="259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851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훈련생 발표 영상이 아닌 세부 기능 소개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화면 구동 및 기능 동작 여부 시연영상으로 제작한다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00111"/>
            <a:ext cx="12192000" cy="4643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912406" y="2773847"/>
              <a:ext cx="4622911" cy="1075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실시간 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SNS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기능의 부재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추천 알고리즘의 범용성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및 예외처리 미흡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완성도 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: 60%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4904669"/>
              <a:ext cx="4622911" cy="10064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더 효과적인 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DB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연결을 위해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 </a:t>
              </a:r>
              <a:r>
                <a:rPr lang="en-US" altLang="ko-KR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SQLAlchemy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,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sklearn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이외의 </a:t>
              </a:r>
              <a:r>
                <a:rPr lang="ko-KR" altLang="en-US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머신러닝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 라이브러리 학습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&amp;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추천 알고리즘의 필터링 방법 추가 구현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4874208"/>
              <a:ext cx="4622911" cy="10756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코딩 시 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AI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는 의견 참고용으로 사용해야 함을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알게됨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다양한 코드를 작성해보며 경험의 폭을 넓히는 것이 중요하다고 느낌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782006" y="2750721"/>
              <a:ext cx="4622911" cy="13111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제한된 자원을 적재적소에 사용하지 못함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중요도가 낮은 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SNS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서비스 비중을 낮췄으나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추천 알고리즘을 구현하기에 충분한 시간을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확보하지 못함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FA8ED303-18B5-43F1-BBF3-55471A328EE5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2561BF4-5B16-4842-9C24-D6979C029579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2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차 프로젝트 마무리</a:t>
              </a:r>
            </a:p>
          </p:txBody>
        </p:sp>
        <p:sp>
          <p:nvSpPr>
            <p:cNvPr id="42" name="그래픽 43">
              <a:extLst>
                <a:ext uri="{FF2B5EF4-FFF2-40B4-BE49-F238E27FC236}">
                  <a16:creationId xmlns:a16="http://schemas.microsoft.com/office/drawing/2014/main" id="{6174615C-AF38-461A-ADA8-3379362793E0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1065</Words>
  <Application>Microsoft Office PowerPoint</Application>
  <PresentationFormat>와이드스크린</PresentationFormat>
  <Paragraphs>273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맑은 고딕</vt:lpstr>
      <vt:lpstr>세방고딕 Bold</vt:lpstr>
      <vt:lpstr>세방고딕 OTF Regular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MYCOM</cp:lastModifiedBy>
  <cp:revision>126</cp:revision>
  <dcterms:created xsi:type="dcterms:W3CDTF">2023-12-20T03:00:25Z</dcterms:created>
  <dcterms:modified xsi:type="dcterms:W3CDTF">2025-06-26T03:38:05Z</dcterms:modified>
</cp:coreProperties>
</file>